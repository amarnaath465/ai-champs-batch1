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3648" r:id="rId1"/>
  </p:sldMasterIdLst>
  <p:notesMasterIdLst>
    <p:notesMasterId r:id="rId5"/>
  </p:notesMasterIdLst>
  <p:sldIdLst>
    <p:sldId id="256" r:id="rId2"/>
    <p:sldId id="260" r:id="rId3"/>
    <p:sldId id="264" r:id="rId4"/>
  </p:sldIdLst>
  <p:sldSz cx="14630400" cy="8229600"/>
  <p:notesSz cx="8229600" cy="14630400"/>
  <p:embeddedFontLst>
    <p:embeddedFont>
      <p:font typeface="Gill Sans MT" panose="020B0502020104020203" pitchFamily="34" charset="77"/>
      <p:regular r:id="rId6"/>
      <p:bold r:id="rId7"/>
      <p:italic r:id="rId8"/>
      <p:boldItalic r:id="rId9"/>
    </p:embeddedFont>
    <p:embeddedFont>
      <p:font typeface="Tw Cen MT" panose="020B0602020104020603" pitchFamily="34" charset="77"/>
      <p:regular r:id="rId10"/>
      <p:bold r:id="rId11"/>
      <p:italic r:id="rId12"/>
      <p:boldItalic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8CF1F9-9920-D447-9B0B-1EAE50F7A698}" v="16" dt="2026-06-19T12:46:31.7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9"/>
  </p:normalViewPr>
  <p:slideViewPr>
    <p:cSldViewPr snapToGrid="0" showGuides="1">
      <p:cViewPr varScale="1">
        <p:scale>
          <a:sx n="88" d="100"/>
          <a:sy n="88" d="100"/>
        </p:scale>
        <p:origin x="71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font" Target="fonts/font8.fntdata"/><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font" Target="fonts/font2.fntdata"/><Relationship Id="rId12" Type="http://schemas.openxmlformats.org/officeDocument/2006/relationships/font" Target="fonts/font7.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font" Target="fonts/font6.fntdata"/><Relationship Id="rId5" Type="http://schemas.openxmlformats.org/officeDocument/2006/relationships/notesMaster" Target="notesMasters/notesMaster1.xml"/><Relationship Id="rId15" Type="http://schemas.openxmlformats.org/officeDocument/2006/relationships/viewProps" Target="viewProps.xml"/><Relationship Id="rId10" Type="http://schemas.openxmlformats.org/officeDocument/2006/relationships/font" Target="fonts/font5.fntdata"/><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font" Target="fonts/font4.fntdata"/><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hony Debasish Gomes" userId="31aaee4c-98db-411b-a50d-36f441627d61" providerId="ADAL" clId="{56E0B299-8CE6-5BD4-A261-5D5D22B7F92F}"/>
    <pc:docChg chg="addSld delSld modSld">
      <pc:chgData name="Anthony Debasish Gomes" userId="31aaee4c-98db-411b-a50d-36f441627d61" providerId="ADAL" clId="{56E0B299-8CE6-5BD4-A261-5D5D22B7F92F}" dt="2026-06-19T15:43:49.655" v="7" actId="2696"/>
      <pc:docMkLst>
        <pc:docMk/>
      </pc:docMkLst>
      <pc:sldChg chg="modSp mod">
        <pc:chgData name="Anthony Debasish Gomes" userId="31aaee4c-98db-411b-a50d-36f441627d61" providerId="ADAL" clId="{56E0B299-8CE6-5BD4-A261-5D5D22B7F92F}" dt="2026-06-19T13:12:18.683" v="5" actId="122"/>
        <pc:sldMkLst>
          <pc:docMk/>
          <pc:sldMk cId="0" sldId="260"/>
        </pc:sldMkLst>
        <pc:spChg chg="mod">
          <ac:chgData name="Anthony Debasish Gomes" userId="31aaee4c-98db-411b-a50d-36f441627d61" providerId="ADAL" clId="{56E0B299-8CE6-5BD4-A261-5D5D22B7F92F}" dt="2026-06-19T13:12:18.683" v="5" actId="122"/>
          <ac:spMkLst>
            <pc:docMk/>
            <pc:sldMk cId="0" sldId="260"/>
            <ac:spMk id="12" creationId="{94C5531D-B93E-0AD7-8FD1-32CEC6A17544}"/>
          </ac:spMkLst>
        </pc:spChg>
      </pc:sldChg>
      <pc:sldChg chg="modSp mod">
        <pc:chgData name="Anthony Debasish Gomes" userId="31aaee4c-98db-411b-a50d-36f441627d61" providerId="ADAL" clId="{56E0B299-8CE6-5BD4-A261-5D5D22B7F92F}" dt="2026-06-19T13:11:43.840" v="3" actId="122"/>
        <pc:sldMkLst>
          <pc:docMk/>
          <pc:sldMk cId="0" sldId="264"/>
        </pc:sldMkLst>
        <pc:spChg chg="mod">
          <ac:chgData name="Anthony Debasish Gomes" userId="31aaee4c-98db-411b-a50d-36f441627d61" providerId="ADAL" clId="{56E0B299-8CE6-5BD4-A261-5D5D22B7F92F}" dt="2026-06-19T13:11:43.840" v="3" actId="122"/>
          <ac:spMkLst>
            <pc:docMk/>
            <pc:sldMk cId="0" sldId="264"/>
            <ac:spMk id="26" creationId="{3BC58CA6-744E-67A6-DD7F-C56F8537A1FE}"/>
          </ac:spMkLst>
        </pc:spChg>
      </pc:sldChg>
      <pc:sldChg chg="new del">
        <pc:chgData name="Anthony Debasish Gomes" userId="31aaee4c-98db-411b-a50d-36f441627d61" providerId="ADAL" clId="{56E0B299-8CE6-5BD4-A261-5D5D22B7F92F}" dt="2026-06-19T15:43:49.655" v="7" actId="2696"/>
        <pc:sldMkLst>
          <pc:docMk/>
          <pc:sldMk cId="2187359385" sldId="265"/>
        </pc:sldMkLst>
      </pc:sldChg>
    </pc:docChg>
  </pc:docChgLst>
  <pc:docChgLst>
    <pc:chgData name="Ravi Raman" userId="fac1b39d-4d67-4397-97d6-0a8a0df8cde0" providerId="ADAL" clId="{EA8CF1F9-9920-D447-9B0B-1EAE50F7A698}"/>
    <pc:docChg chg="undo custSel modSld modMainMaster">
      <pc:chgData name="Ravi Raman" userId="fac1b39d-4d67-4397-97d6-0a8a0df8cde0" providerId="ADAL" clId="{EA8CF1F9-9920-D447-9B0B-1EAE50F7A698}" dt="2026-06-19T12:47:54.258" v="125" actId="113"/>
      <pc:docMkLst>
        <pc:docMk/>
      </pc:docMkLst>
      <pc:sldChg chg="modSp mod">
        <pc:chgData name="Ravi Raman" userId="fac1b39d-4d67-4397-97d6-0a8a0df8cde0" providerId="ADAL" clId="{EA8CF1F9-9920-D447-9B0B-1EAE50F7A698}" dt="2026-06-18T07:24:50.416" v="21" actId="2711"/>
        <pc:sldMkLst>
          <pc:docMk/>
          <pc:sldMk cId="0" sldId="256"/>
        </pc:sldMkLst>
        <pc:spChg chg="mod">
          <ac:chgData name="Ravi Raman" userId="fac1b39d-4d67-4397-97d6-0a8a0df8cde0" providerId="ADAL" clId="{EA8CF1F9-9920-D447-9B0B-1EAE50F7A698}" dt="2026-06-18T07:24:50.416" v="21" actId="2711"/>
          <ac:spMkLst>
            <pc:docMk/>
            <pc:sldMk cId="0" sldId="256"/>
            <ac:spMk id="2" creationId="{00000000-0000-0000-0000-000000000000}"/>
          </ac:spMkLst>
        </pc:spChg>
        <pc:spChg chg="mod">
          <ac:chgData name="Ravi Raman" userId="fac1b39d-4d67-4397-97d6-0a8a0df8cde0" providerId="ADAL" clId="{EA8CF1F9-9920-D447-9B0B-1EAE50F7A698}" dt="2026-06-18T07:24:50.416" v="21" actId="2711"/>
          <ac:spMkLst>
            <pc:docMk/>
            <pc:sldMk cId="0" sldId="256"/>
            <ac:spMk id="3" creationId="{00000000-0000-0000-0000-000000000000}"/>
          </ac:spMkLst>
        </pc:spChg>
      </pc:sldChg>
      <pc:sldChg chg="addSp modSp mod">
        <pc:chgData name="Ravi Raman" userId="fac1b39d-4d67-4397-97d6-0a8a0df8cde0" providerId="ADAL" clId="{EA8CF1F9-9920-D447-9B0B-1EAE50F7A698}" dt="2026-06-19T12:47:54.258" v="125" actId="113"/>
        <pc:sldMkLst>
          <pc:docMk/>
          <pc:sldMk cId="0" sldId="260"/>
        </pc:sldMkLst>
        <pc:spChg chg="mod">
          <ac:chgData name="Ravi Raman" userId="fac1b39d-4d67-4397-97d6-0a8a0df8cde0" providerId="ADAL" clId="{EA8CF1F9-9920-D447-9B0B-1EAE50F7A698}" dt="2026-06-18T07:25:06.056" v="23" actId="403"/>
          <ac:spMkLst>
            <pc:docMk/>
            <pc:sldMk cId="0" sldId="260"/>
            <ac:spMk id="2" creationId="{00000000-0000-0000-0000-000000000000}"/>
          </ac:spMkLst>
        </pc:spChg>
        <pc:spChg chg="mod">
          <ac:chgData name="Ravi Raman" userId="fac1b39d-4d67-4397-97d6-0a8a0df8cde0" providerId="ADAL" clId="{EA8CF1F9-9920-D447-9B0B-1EAE50F7A698}" dt="2026-06-18T07:25:06.056" v="23" actId="403"/>
          <ac:spMkLst>
            <pc:docMk/>
            <pc:sldMk cId="0" sldId="260"/>
            <ac:spMk id="3" creationId="{00000000-0000-0000-0000-000000000000}"/>
          </ac:spMkLst>
        </pc:spChg>
        <pc:spChg chg="mod">
          <ac:chgData name="Ravi Raman" userId="fac1b39d-4d67-4397-97d6-0a8a0df8cde0" providerId="ADAL" clId="{EA8CF1F9-9920-D447-9B0B-1EAE50F7A698}" dt="2026-06-18T07:25:06.056" v="23" actId="403"/>
          <ac:spMkLst>
            <pc:docMk/>
            <pc:sldMk cId="0" sldId="260"/>
            <ac:spMk id="4" creationId="{00000000-0000-0000-0000-000000000000}"/>
          </ac:spMkLst>
        </pc:spChg>
        <pc:spChg chg="mod">
          <ac:chgData name="Ravi Raman" userId="fac1b39d-4d67-4397-97d6-0a8a0df8cde0" providerId="ADAL" clId="{EA8CF1F9-9920-D447-9B0B-1EAE50F7A698}" dt="2026-06-18T07:23:24.715" v="0" actId="2711"/>
          <ac:spMkLst>
            <pc:docMk/>
            <pc:sldMk cId="0" sldId="260"/>
            <ac:spMk id="5" creationId="{00000000-0000-0000-0000-000000000000}"/>
          </ac:spMkLst>
        </pc:spChg>
        <pc:spChg chg="mod">
          <ac:chgData name="Ravi Raman" userId="fac1b39d-4d67-4397-97d6-0a8a0df8cde0" providerId="ADAL" clId="{EA8CF1F9-9920-D447-9B0B-1EAE50F7A698}" dt="2026-06-18T07:23:24.715" v="0" actId="2711"/>
          <ac:spMkLst>
            <pc:docMk/>
            <pc:sldMk cId="0" sldId="260"/>
            <ac:spMk id="6" creationId="{00000000-0000-0000-0000-000000000000}"/>
          </ac:spMkLst>
        </pc:spChg>
        <pc:spChg chg="mod">
          <ac:chgData name="Ravi Raman" userId="fac1b39d-4d67-4397-97d6-0a8a0df8cde0" providerId="ADAL" clId="{EA8CF1F9-9920-D447-9B0B-1EAE50F7A698}" dt="2026-06-18T07:23:24.715" v="0" actId="2711"/>
          <ac:spMkLst>
            <pc:docMk/>
            <pc:sldMk cId="0" sldId="260"/>
            <ac:spMk id="7" creationId="{00000000-0000-0000-0000-000000000000}"/>
          </ac:spMkLst>
        </pc:spChg>
        <pc:spChg chg="mod">
          <ac:chgData name="Ravi Raman" userId="fac1b39d-4d67-4397-97d6-0a8a0df8cde0" providerId="ADAL" clId="{EA8CF1F9-9920-D447-9B0B-1EAE50F7A698}" dt="2026-06-18T07:23:24.715" v="0" actId="2711"/>
          <ac:spMkLst>
            <pc:docMk/>
            <pc:sldMk cId="0" sldId="260"/>
            <ac:spMk id="8" creationId="{00000000-0000-0000-0000-000000000000}"/>
          </ac:spMkLst>
        </pc:spChg>
        <pc:spChg chg="mod">
          <ac:chgData name="Ravi Raman" userId="fac1b39d-4d67-4397-97d6-0a8a0df8cde0" providerId="ADAL" clId="{EA8CF1F9-9920-D447-9B0B-1EAE50F7A698}" dt="2026-06-18T07:23:24.715" v="0" actId="2711"/>
          <ac:spMkLst>
            <pc:docMk/>
            <pc:sldMk cId="0" sldId="260"/>
            <ac:spMk id="9" creationId="{00000000-0000-0000-0000-000000000000}"/>
          </ac:spMkLst>
        </pc:spChg>
        <pc:spChg chg="mod">
          <ac:chgData name="Ravi Raman" userId="fac1b39d-4d67-4397-97d6-0a8a0df8cde0" providerId="ADAL" clId="{EA8CF1F9-9920-D447-9B0B-1EAE50F7A698}" dt="2026-06-18T07:23:24.715" v="0" actId="2711"/>
          <ac:spMkLst>
            <pc:docMk/>
            <pc:sldMk cId="0" sldId="260"/>
            <ac:spMk id="10" creationId="{00000000-0000-0000-0000-000000000000}"/>
          </ac:spMkLst>
        </pc:spChg>
        <pc:spChg chg="add mod">
          <ac:chgData name="Ravi Raman" userId="fac1b39d-4d67-4397-97d6-0a8a0df8cde0" providerId="ADAL" clId="{EA8CF1F9-9920-D447-9B0B-1EAE50F7A698}" dt="2026-06-19T12:47:54.258" v="125" actId="113"/>
          <ac:spMkLst>
            <pc:docMk/>
            <pc:sldMk cId="0" sldId="260"/>
            <ac:spMk id="12" creationId="{94C5531D-B93E-0AD7-8FD1-32CEC6A17544}"/>
          </ac:spMkLst>
        </pc:spChg>
      </pc:sldChg>
      <pc:sldChg chg="addSp modSp mod">
        <pc:chgData name="Ravi Raman" userId="fac1b39d-4d67-4397-97d6-0a8a0df8cde0" providerId="ADAL" clId="{EA8CF1F9-9920-D447-9B0B-1EAE50F7A698}" dt="2026-06-19T12:47:38.572" v="121" actId="113"/>
        <pc:sldMkLst>
          <pc:docMk/>
          <pc:sldMk cId="0" sldId="264"/>
        </pc:sldMkLst>
        <pc:spChg chg="mod">
          <ac:chgData name="Ravi Raman" userId="fac1b39d-4d67-4397-97d6-0a8a0df8cde0" providerId="ADAL" clId="{EA8CF1F9-9920-D447-9B0B-1EAE50F7A698}" dt="2026-06-18T12:27:12.494" v="85" actId="1035"/>
          <ac:spMkLst>
            <pc:docMk/>
            <pc:sldMk cId="0" sldId="264"/>
            <ac:spMk id="2" creationId="{00000000-0000-0000-0000-000000000000}"/>
          </ac:spMkLst>
        </pc:spChg>
        <pc:spChg chg="mod">
          <ac:chgData name="Ravi Raman" userId="fac1b39d-4d67-4397-97d6-0a8a0df8cde0" providerId="ADAL" clId="{EA8CF1F9-9920-D447-9B0B-1EAE50F7A698}" dt="2026-06-18T12:27:12.494" v="85" actId="1035"/>
          <ac:spMkLst>
            <pc:docMk/>
            <pc:sldMk cId="0" sldId="264"/>
            <ac:spMk id="3" creationId="{00000000-0000-0000-0000-000000000000}"/>
          </ac:spMkLst>
        </pc:spChg>
        <pc:spChg chg="mod">
          <ac:chgData name="Ravi Raman" userId="fac1b39d-4d67-4397-97d6-0a8a0df8cde0" providerId="ADAL" clId="{EA8CF1F9-9920-D447-9B0B-1EAE50F7A698}" dt="2026-06-18T07:23:30.133" v="1" actId="2711"/>
          <ac:spMkLst>
            <pc:docMk/>
            <pc:sldMk cId="0" sldId="264"/>
            <ac:spMk id="5" creationId="{00000000-0000-0000-0000-000000000000}"/>
          </ac:spMkLst>
        </pc:spChg>
        <pc:spChg chg="mod">
          <ac:chgData name="Ravi Raman" userId="fac1b39d-4d67-4397-97d6-0a8a0df8cde0" providerId="ADAL" clId="{EA8CF1F9-9920-D447-9B0B-1EAE50F7A698}" dt="2026-06-18T12:27:23.587" v="94" actId="1035"/>
          <ac:spMkLst>
            <pc:docMk/>
            <pc:sldMk cId="0" sldId="264"/>
            <ac:spMk id="6" creationId="{00000000-0000-0000-0000-000000000000}"/>
          </ac:spMkLst>
        </pc:spChg>
        <pc:spChg chg="mod">
          <ac:chgData name="Ravi Raman" userId="fac1b39d-4d67-4397-97d6-0a8a0df8cde0" providerId="ADAL" clId="{EA8CF1F9-9920-D447-9B0B-1EAE50F7A698}" dt="2026-06-18T12:27:23.587" v="94" actId="1035"/>
          <ac:spMkLst>
            <pc:docMk/>
            <pc:sldMk cId="0" sldId="264"/>
            <ac:spMk id="7" creationId="{00000000-0000-0000-0000-000000000000}"/>
          </ac:spMkLst>
        </pc:spChg>
        <pc:spChg chg="mod">
          <ac:chgData name="Ravi Raman" userId="fac1b39d-4d67-4397-97d6-0a8a0df8cde0" providerId="ADAL" clId="{EA8CF1F9-9920-D447-9B0B-1EAE50F7A698}" dt="2026-06-18T07:23:30.133" v="1" actId="2711"/>
          <ac:spMkLst>
            <pc:docMk/>
            <pc:sldMk cId="0" sldId="264"/>
            <ac:spMk id="8" creationId="{00000000-0000-0000-0000-000000000000}"/>
          </ac:spMkLst>
        </pc:spChg>
        <pc:spChg chg="mod">
          <ac:chgData name="Ravi Raman" userId="fac1b39d-4d67-4397-97d6-0a8a0df8cde0" providerId="ADAL" clId="{EA8CF1F9-9920-D447-9B0B-1EAE50F7A698}" dt="2026-06-18T07:23:30.133" v="1" actId="2711"/>
          <ac:spMkLst>
            <pc:docMk/>
            <pc:sldMk cId="0" sldId="264"/>
            <ac:spMk id="10" creationId="{00000000-0000-0000-0000-000000000000}"/>
          </ac:spMkLst>
        </pc:spChg>
        <pc:spChg chg="mod">
          <ac:chgData name="Ravi Raman" userId="fac1b39d-4d67-4397-97d6-0a8a0df8cde0" providerId="ADAL" clId="{EA8CF1F9-9920-D447-9B0B-1EAE50F7A698}" dt="2026-06-18T12:27:23.587" v="94" actId="1035"/>
          <ac:spMkLst>
            <pc:docMk/>
            <pc:sldMk cId="0" sldId="264"/>
            <ac:spMk id="11" creationId="{00000000-0000-0000-0000-000000000000}"/>
          </ac:spMkLst>
        </pc:spChg>
        <pc:spChg chg="mod">
          <ac:chgData name="Ravi Raman" userId="fac1b39d-4d67-4397-97d6-0a8a0df8cde0" providerId="ADAL" clId="{EA8CF1F9-9920-D447-9B0B-1EAE50F7A698}" dt="2026-06-18T12:27:23.587" v="94" actId="1035"/>
          <ac:spMkLst>
            <pc:docMk/>
            <pc:sldMk cId="0" sldId="264"/>
            <ac:spMk id="12" creationId="{00000000-0000-0000-0000-000000000000}"/>
          </ac:spMkLst>
        </pc:spChg>
        <pc:spChg chg="mod">
          <ac:chgData name="Ravi Raman" userId="fac1b39d-4d67-4397-97d6-0a8a0df8cde0" providerId="ADAL" clId="{EA8CF1F9-9920-D447-9B0B-1EAE50F7A698}" dt="2026-06-18T07:23:30.133" v="1" actId="2711"/>
          <ac:spMkLst>
            <pc:docMk/>
            <pc:sldMk cId="0" sldId="264"/>
            <ac:spMk id="15" creationId="{00000000-0000-0000-0000-000000000000}"/>
          </ac:spMkLst>
        </pc:spChg>
        <pc:spChg chg="mod">
          <ac:chgData name="Ravi Raman" userId="fac1b39d-4d67-4397-97d6-0a8a0df8cde0" providerId="ADAL" clId="{EA8CF1F9-9920-D447-9B0B-1EAE50F7A698}" dt="2026-06-18T12:27:23.587" v="94" actId="1035"/>
          <ac:spMkLst>
            <pc:docMk/>
            <pc:sldMk cId="0" sldId="264"/>
            <ac:spMk id="16" creationId="{00000000-0000-0000-0000-000000000000}"/>
          </ac:spMkLst>
        </pc:spChg>
        <pc:spChg chg="mod">
          <ac:chgData name="Ravi Raman" userId="fac1b39d-4d67-4397-97d6-0a8a0df8cde0" providerId="ADAL" clId="{EA8CF1F9-9920-D447-9B0B-1EAE50F7A698}" dt="2026-06-18T12:27:23.587" v="94" actId="1035"/>
          <ac:spMkLst>
            <pc:docMk/>
            <pc:sldMk cId="0" sldId="264"/>
            <ac:spMk id="17" creationId="{00000000-0000-0000-0000-000000000000}"/>
          </ac:spMkLst>
        </pc:spChg>
        <pc:spChg chg="mod">
          <ac:chgData name="Ravi Raman" userId="fac1b39d-4d67-4397-97d6-0a8a0df8cde0" providerId="ADAL" clId="{EA8CF1F9-9920-D447-9B0B-1EAE50F7A698}" dt="2026-06-18T12:26:56.432" v="52" actId="164"/>
          <ac:spMkLst>
            <pc:docMk/>
            <pc:sldMk cId="0" sldId="264"/>
            <ac:spMk id="18" creationId="{00000000-0000-0000-0000-000000000000}"/>
          </ac:spMkLst>
        </pc:spChg>
        <pc:spChg chg="mod">
          <ac:chgData name="Ravi Raman" userId="fac1b39d-4d67-4397-97d6-0a8a0df8cde0" providerId="ADAL" clId="{EA8CF1F9-9920-D447-9B0B-1EAE50F7A698}" dt="2026-06-18T12:26:56.432" v="52" actId="164"/>
          <ac:spMkLst>
            <pc:docMk/>
            <pc:sldMk cId="0" sldId="264"/>
            <ac:spMk id="20" creationId="{00000000-0000-0000-0000-000000000000}"/>
          </ac:spMkLst>
        </pc:spChg>
        <pc:spChg chg="mod">
          <ac:chgData name="Ravi Raman" userId="fac1b39d-4d67-4397-97d6-0a8a0df8cde0" providerId="ADAL" clId="{EA8CF1F9-9920-D447-9B0B-1EAE50F7A698}" dt="2026-06-18T12:26:56.432" v="52" actId="164"/>
          <ac:spMkLst>
            <pc:docMk/>
            <pc:sldMk cId="0" sldId="264"/>
            <ac:spMk id="21" creationId="{00000000-0000-0000-0000-000000000000}"/>
          </ac:spMkLst>
        </pc:spChg>
        <pc:spChg chg="mod">
          <ac:chgData name="Ravi Raman" userId="fac1b39d-4d67-4397-97d6-0a8a0df8cde0" providerId="ADAL" clId="{EA8CF1F9-9920-D447-9B0B-1EAE50F7A698}" dt="2026-06-18T12:26:56.432" v="52" actId="164"/>
          <ac:spMkLst>
            <pc:docMk/>
            <pc:sldMk cId="0" sldId="264"/>
            <ac:spMk id="23" creationId="{00000000-0000-0000-0000-000000000000}"/>
          </ac:spMkLst>
        </pc:spChg>
        <pc:spChg chg="add mod">
          <ac:chgData name="Ravi Raman" userId="fac1b39d-4d67-4397-97d6-0a8a0df8cde0" providerId="ADAL" clId="{EA8CF1F9-9920-D447-9B0B-1EAE50F7A698}" dt="2026-06-19T12:47:38.572" v="121" actId="113"/>
          <ac:spMkLst>
            <pc:docMk/>
            <pc:sldMk cId="0" sldId="264"/>
            <ac:spMk id="26" creationId="{3BC58CA6-744E-67A6-DD7F-C56F8537A1FE}"/>
          </ac:spMkLst>
        </pc:spChg>
        <pc:grpChg chg="mod">
          <ac:chgData name="Ravi Raman" userId="fac1b39d-4d67-4397-97d6-0a8a0df8cde0" providerId="ADAL" clId="{EA8CF1F9-9920-D447-9B0B-1EAE50F7A698}" dt="2026-06-18T12:27:03.420" v="76" actId="1035"/>
          <ac:grpSpMkLst>
            <pc:docMk/>
            <pc:sldMk cId="0" sldId="264"/>
            <ac:grpSpMk id="24" creationId="{1DF8D027-F9DA-C903-B0FC-7544D7209EE5}"/>
          </ac:grpSpMkLst>
        </pc:grpChg>
        <pc:grpChg chg="add mod">
          <ac:chgData name="Ravi Raman" userId="fac1b39d-4d67-4397-97d6-0a8a0df8cde0" providerId="ADAL" clId="{EA8CF1F9-9920-D447-9B0B-1EAE50F7A698}" dt="2026-06-18T12:26:59.623" v="69" actId="1035"/>
          <ac:grpSpMkLst>
            <pc:docMk/>
            <pc:sldMk cId="0" sldId="264"/>
            <ac:grpSpMk id="25" creationId="{826EB0B7-059B-4939-53F0-4D501A0C4339}"/>
          </ac:grpSpMkLst>
        </pc:grpChg>
        <pc:picChg chg="mod">
          <ac:chgData name="Ravi Raman" userId="fac1b39d-4d67-4397-97d6-0a8a0df8cde0" providerId="ADAL" clId="{EA8CF1F9-9920-D447-9B0B-1EAE50F7A698}" dt="2026-06-18T12:26:56.432" v="52" actId="164"/>
          <ac:picMkLst>
            <pc:docMk/>
            <pc:sldMk cId="0" sldId="264"/>
            <ac:picMk id="19" creationId="{00000000-0000-0000-0000-000000000000}"/>
          </ac:picMkLst>
        </pc:picChg>
        <pc:picChg chg="mod">
          <ac:chgData name="Ravi Raman" userId="fac1b39d-4d67-4397-97d6-0a8a0df8cde0" providerId="ADAL" clId="{EA8CF1F9-9920-D447-9B0B-1EAE50F7A698}" dt="2026-06-18T12:26:56.432" v="52" actId="164"/>
          <ac:picMkLst>
            <pc:docMk/>
            <pc:sldMk cId="0" sldId="264"/>
            <ac:picMk id="22" creationId="{00000000-0000-0000-0000-000000000000}"/>
          </ac:picMkLst>
        </pc:picChg>
      </pc:sldChg>
      <pc:sldMasterChg chg="addSp modSp mod modSldLayout">
        <pc:chgData name="Ravi Raman" userId="fac1b39d-4d67-4397-97d6-0a8a0df8cde0" providerId="ADAL" clId="{EA8CF1F9-9920-D447-9B0B-1EAE50F7A698}" dt="2026-06-18T12:27:50.622" v="95" actId="732"/>
        <pc:sldMasterMkLst>
          <pc:docMk/>
          <pc:sldMasterMk cId="0" sldId="2147483648"/>
        </pc:sldMasterMkLst>
        <pc:picChg chg="add mod">
          <ac:chgData name="Ravi Raman" userId="fac1b39d-4d67-4397-97d6-0a8a0df8cde0" providerId="ADAL" clId="{EA8CF1F9-9920-D447-9B0B-1EAE50F7A698}" dt="2026-06-18T08:40:48.645" v="33"/>
          <ac:picMkLst>
            <pc:docMk/>
            <pc:sldMasterMk cId="0" sldId="2147483648"/>
            <ac:picMk id="2" creationId="{46E23A50-2E2D-4490-C5E7-318D8D518631}"/>
          </ac:picMkLst>
        </pc:picChg>
        <pc:picChg chg="add mod">
          <ac:chgData name="Ravi Raman" userId="fac1b39d-4d67-4397-97d6-0a8a0df8cde0" providerId="ADAL" clId="{EA8CF1F9-9920-D447-9B0B-1EAE50F7A698}" dt="2026-06-18T08:40:48.645" v="33"/>
          <ac:picMkLst>
            <pc:docMk/>
            <pc:sldMasterMk cId="0" sldId="2147483648"/>
            <ac:picMk id="3" creationId="{C8FA7E45-A068-286A-0530-9A0E8AEDBDB3}"/>
          </ac:picMkLst>
        </pc:picChg>
        <pc:picChg chg="add mod">
          <ac:chgData name="Ravi Raman" userId="fac1b39d-4d67-4397-97d6-0a8a0df8cde0" providerId="ADAL" clId="{EA8CF1F9-9920-D447-9B0B-1EAE50F7A698}" dt="2026-06-18T08:40:48.645" v="33"/>
          <ac:picMkLst>
            <pc:docMk/>
            <pc:sldMasterMk cId="0" sldId="2147483648"/>
            <ac:picMk id="4" creationId="{B2C813D1-C4E2-BB09-2559-F5A167D39D2C}"/>
          </ac:picMkLst>
        </pc:picChg>
        <pc:picChg chg="mod modCrop">
          <ac:chgData name="Ravi Raman" userId="fac1b39d-4d67-4397-97d6-0a8a0df8cde0" providerId="ADAL" clId="{EA8CF1F9-9920-D447-9B0B-1EAE50F7A698}" dt="2026-06-18T12:27:50.622" v="95" actId="732"/>
          <ac:picMkLst>
            <pc:docMk/>
            <pc:sldMasterMk cId="0" sldId="2147483648"/>
            <ac:picMk id="7" creationId="{11AF390B-10E3-1E15-677F-535F0BBDC628}"/>
          </ac:picMkLst>
        </pc:picChg>
        <pc:sldLayoutChg chg="modSp mod">
          <pc:chgData name="Ravi Raman" userId="fac1b39d-4d67-4397-97d6-0a8a0df8cde0" providerId="ADAL" clId="{EA8CF1F9-9920-D447-9B0B-1EAE50F7A698}" dt="2026-06-18T08:56:52.617" v="37" actId="1076"/>
          <pc:sldLayoutMkLst>
            <pc:docMk/>
            <pc:sldMasterMk cId="0" sldId="2147483648"/>
            <pc:sldLayoutMk cId="0" sldId="2147483649"/>
          </pc:sldLayoutMkLst>
          <pc:spChg chg="mod">
            <ac:chgData name="Ravi Raman" userId="fac1b39d-4d67-4397-97d6-0a8a0df8cde0" providerId="ADAL" clId="{EA8CF1F9-9920-D447-9B0B-1EAE50F7A698}" dt="2026-06-18T08:56:52.617" v="37" actId="1076"/>
            <ac:spMkLst>
              <pc:docMk/>
              <pc:sldMasterMk cId="0" sldId="2147483648"/>
              <pc:sldLayoutMk cId="0" sldId="2147483649"/>
              <ac:spMk id="2" creationId="{1E8CCC85-9790-B484-3957-C189A15FE8FF}"/>
            </ac:spMkLst>
          </pc:spChg>
        </pc:sldLayoutChg>
        <pc:sldLayoutChg chg="modSp mod">
          <pc:chgData name="Ravi Raman" userId="fac1b39d-4d67-4397-97d6-0a8a0df8cde0" providerId="ADAL" clId="{EA8CF1F9-9920-D447-9B0B-1EAE50F7A698}" dt="2026-06-18T08:56:55.429" v="38" actId="1076"/>
          <pc:sldLayoutMkLst>
            <pc:docMk/>
            <pc:sldMasterMk cId="0" sldId="2147483648"/>
            <pc:sldLayoutMk cId="0" sldId="2147483650"/>
          </pc:sldLayoutMkLst>
          <pc:spChg chg="mod">
            <ac:chgData name="Ravi Raman" userId="fac1b39d-4d67-4397-97d6-0a8a0df8cde0" providerId="ADAL" clId="{EA8CF1F9-9920-D447-9B0B-1EAE50F7A698}" dt="2026-06-18T08:56:55.429" v="38" actId="1076"/>
            <ac:spMkLst>
              <pc:docMk/>
              <pc:sldMasterMk cId="0" sldId="2147483648"/>
              <pc:sldLayoutMk cId="0" sldId="2147483650"/>
              <ac:spMk id="2" creationId="{B20BD5FB-1C7E-CB68-FE21-8035FEC238FF}"/>
            </ac:spMkLst>
          </pc:spChg>
        </pc:sldLayoutChg>
        <pc:sldLayoutChg chg="modSp mod">
          <pc:chgData name="Ravi Raman" userId="fac1b39d-4d67-4397-97d6-0a8a0df8cde0" providerId="ADAL" clId="{EA8CF1F9-9920-D447-9B0B-1EAE50F7A698}" dt="2026-06-18T08:56:58.180" v="39" actId="1076"/>
          <pc:sldLayoutMkLst>
            <pc:docMk/>
            <pc:sldMasterMk cId="0" sldId="2147483648"/>
            <pc:sldLayoutMk cId="0" sldId="2147483651"/>
          </pc:sldLayoutMkLst>
          <pc:spChg chg="mod">
            <ac:chgData name="Ravi Raman" userId="fac1b39d-4d67-4397-97d6-0a8a0df8cde0" providerId="ADAL" clId="{EA8CF1F9-9920-D447-9B0B-1EAE50F7A698}" dt="2026-06-18T08:56:58.180" v="39" actId="1076"/>
            <ac:spMkLst>
              <pc:docMk/>
              <pc:sldMasterMk cId="0" sldId="2147483648"/>
              <pc:sldLayoutMk cId="0" sldId="2147483651"/>
              <ac:spMk id="2" creationId="{1E993BEC-77D1-09FB-C456-3DE8DD849254}"/>
            </ac:spMkLst>
          </pc:spChg>
        </pc:sldLayoutChg>
        <pc:sldLayoutChg chg="modSp mod">
          <pc:chgData name="Ravi Raman" userId="fac1b39d-4d67-4397-97d6-0a8a0df8cde0" providerId="ADAL" clId="{EA8CF1F9-9920-D447-9B0B-1EAE50F7A698}" dt="2026-06-18T08:57:01.310" v="40" actId="1076"/>
          <pc:sldLayoutMkLst>
            <pc:docMk/>
            <pc:sldMasterMk cId="0" sldId="2147483648"/>
            <pc:sldLayoutMk cId="0" sldId="2147483653"/>
          </pc:sldLayoutMkLst>
          <pc:spChg chg="mod">
            <ac:chgData name="Ravi Raman" userId="fac1b39d-4d67-4397-97d6-0a8a0df8cde0" providerId="ADAL" clId="{EA8CF1F9-9920-D447-9B0B-1EAE50F7A698}" dt="2026-06-18T08:57:01.310" v="40" actId="1076"/>
            <ac:spMkLst>
              <pc:docMk/>
              <pc:sldMasterMk cId="0" sldId="2147483648"/>
              <pc:sldLayoutMk cId="0" sldId="2147483653"/>
              <ac:spMk id="2" creationId="{9B8178E3-5CC4-EDC6-A390-7680B7257A9C}"/>
            </ac:spMkLst>
          </pc:spChg>
        </pc:sldLayoutChg>
        <pc:sldLayoutChg chg="modSp mod">
          <pc:chgData name="Ravi Raman" userId="fac1b39d-4d67-4397-97d6-0a8a0df8cde0" providerId="ADAL" clId="{EA8CF1F9-9920-D447-9B0B-1EAE50F7A698}" dt="2026-06-18T08:57:03.792" v="41" actId="1076"/>
          <pc:sldLayoutMkLst>
            <pc:docMk/>
            <pc:sldMasterMk cId="0" sldId="2147483648"/>
            <pc:sldLayoutMk cId="0" sldId="2147483654"/>
          </pc:sldLayoutMkLst>
          <pc:spChg chg="mod">
            <ac:chgData name="Ravi Raman" userId="fac1b39d-4d67-4397-97d6-0a8a0df8cde0" providerId="ADAL" clId="{EA8CF1F9-9920-D447-9B0B-1EAE50F7A698}" dt="2026-06-18T08:57:03.792" v="41" actId="1076"/>
            <ac:spMkLst>
              <pc:docMk/>
              <pc:sldMasterMk cId="0" sldId="2147483648"/>
              <pc:sldLayoutMk cId="0" sldId="2147483654"/>
              <ac:spMk id="2" creationId="{663AD722-8385-C177-7B26-CBE49DAC9433}"/>
            </ac:spMkLst>
          </pc:spChg>
        </pc:sldLayoutChg>
        <pc:sldLayoutChg chg="modSp mod">
          <pc:chgData name="Ravi Raman" userId="fac1b39d-4d67-4397-97d6-0a8a0df8cde0" providerId="ADAL" clId="{EA8CF1F9-9920-D447-9B0B-1EAE50F7A698}" dt="2026-06-18T08:57:05.920" v="42" actId="1076"/>
          <pc:sldLayoutMkLst>
            <pc:docMk/>
            <pc:sldMasterMk cId="0" sldId="2147483648"/>
            <pc:sldLayoutMk cId="0" sldId="2147483655"/>
          </pc:sldLayoutMkLst>
          <pc:spChg chg="mod">
            <ac:chgData name="Ravi Raman" userId="fac1b39d-4d67-4397-97d6-0a8a0df8cde0" providerId="ADAL" clId="{EA8CF1F9-9920-D447-9B0B-1EAE50F7A698}" dt="2026-06-18T08:57:05.920" v="42" actId="1076"/>
            <ac:spMkLst>
              <pc:docMk/>
              <pc:sldMasterMk cId="0" sldId="2147483648"/>
              <pc:sldLayoutMk cId="0" sldId="2147483655"/>
              <ac:spMk id="2" creationId="{57E14A1D-9E2D-782A-50C9-DF6F9E901789}"/>
            </ac:spMkLst>
          </pc:spChg>
        </pc:sldLayoutChg>
        <pc:sldLayoutChg chg="modSp mod">
          <pc:chgData name="Ravi Raman" userId="fac1b39d-4d67-4397-97d6-0a8a0df8cde0" providerId="ADAL" clId="{EA8CF1F9-9920-D447-9B0B-1EAE50F7A698}" dt="2026-06-18T08:57:09.203" v="43" actId="1076"/>
          <pc:sldLayoutMkLst>
            <pc:docMk/>
            <pc:sldMasterMk cId="0" sldId="2147483648"/>
            <pc:sldLayoutMk cId="0" sldId="2147483656"/>
          </pc:sldLayoutMkLst>
          <pc:spChg chg="mod">
            <ac:chgData name="Ravi Raman" userId="fac1b39d-4d67-4397-97d6-0a8a0df8cde0" providerId="ADAL" clId="{EA8CF1F9-9920-D447-9B0B-1EAE50F7A698}" dt="2026-06-18T08:57:09.203" v="43" actId="1076"/>
            <ac:spMkLst>
              <pc:docMk/>
              <pc:sldMasterMk cId="0" sldId="2147483648"/>
              <pc:sldLayoutMk cId="0" sldId="2147483656"/>
              <ac:spMk id="2" creationId="{1A830B2C-55AA-4B7B-F860-BB40F3452AD0}"/>
            </ac:spMkLst>
          </pc:spChg>
        </pc:sldLayoutChg>
        <pc:sldLayoutChg chg="modSp mod">
          <pc:chgData name="Ravi Raman" userId="fac1b39d-4d67-4397-97d6-0a8a0df8cde0" providerId="ADAL" clId="{EA8CF1F9-9920-D447-9B0B-1EAE50F7A698}" dt="2026-06-18T08:57:11.593" v="44" actId="1076"/>
          <pc:sldLayoutMkLst>
            <pc:docMk/>
            <pc:sldMasterMk cId="0" sldId="2147483648"/>
            <pc:sldLayoutMk cId="0" sldId="2147483657"/>
          </pc:sldLayoutMkLst>
          <pc:spChg chg="mod">
            <ac:chgData name="Ravi Raman" userId="fac1b39d-4d67-4397-97d6-0a8a0df8cde0" providerId="ADAL" clId="{EA8CF1F9-9920-D447-9B0B-1EAE50F7A698}" dt="2026-06-18T08:57:11.593" v="44" actId="1076"/>
            <ac:spMkLst>
              <pc:docMk/>
              <pc:sldMasterMk cId="0" sldId="2147483648"/>
              <pc:sldLayoutMk cId="0" sldId="2147483657"/>
              <ac:spMk id="2" creationId="{6B4BDC54-95F6-6DC7-B1C1-92D05852ABBC}"/>
            </ac:spMkLst>
          </pc:spChg>
        </pc:sldLayoutChg>
        <pc:sldLayoutChg chg="modSp mod">
          <pc:chgData name="Ravi Raman" userId="fac1b39d-4d67-4397-97d6-0a8a0df8cde0" providerId="ADAL" clId="{EA8CF1F9-9920-D447-9B0B-1EAE50F7A698}" dt="2026-06-18T08:57:14.307" v="45" actId="1076"/>
          <pc:sldLayoutMkLst>
            <pc:docMk/>
            <pc:sldMasterMk cId="0" sldId="2147483648"/>
            <pc:sldLayoutMk cId="0" sldId="2147483658"/>
          </pc:sldLayoutMkLst>
          <pc:spChg chg="mod">
            <ac:chgData name="Ravi Raman" userId="fac1b39d-4d67-4397-97d6-0a8a0df8cde0" providerId="ADAL" clId="{EA8CF1F9-9920-D447-9B0B-1EAE50F7A698}" dt="2026-06-18T08:57:14.307" v="45" actId="1076"/>
            <ac:spMkLst>
              <pc:docMk/>
              <pc:sldMasterMk cId="0" sldId="2147483648"/>
              <pc:sldLayoutMk cId="0" sldId="2147483658"/>
              <ac:spMk id="2" creationId="{B648EB8F-5CBD-D6DB-6699-512CA287B27C}"/>
            </ac:spMkLst>
          </pc:spChg>
        </pc:sldLayoutChg>
        <pc:sldLayoutChg chg="modSp mod">
          <pc:chgData name="Ravi Raman" userId="fac1b39d-4d67-4397-97d6-0a8a0df8cde0" providerId="ADAL" clId="{EA8CF1F9-9920-D447-9B0B-1EAE50F7A698}" dt="2026-06-18T08:57:17.058" v="46" actId="1076"/>
          <pc:sldLayoutMkLst>
            <pc:docMk/>
            <pc:sldMasterMk cId="0" sldId="2147483648"/>
            <pc:sldLayoutMk cId="0" sldId="2147483659"/>
          </pc:sldLayoutMkLst>
          <pc:spChg chg="mod">
            <ac:chgData name="Ravi Raman" userId="fac1b39d-4d67-4397-97d6-0a8a0df8cde0" providerId="ADAL" clId="{EA8CF1F9-9920-D447-9B0B-1EAE50F7A698}" dt="2026-06-18T08:57:17.058" v="46" actId="1076"/>
            <ac:spMkLst>
              <pc:docMk/>
              <pc:sldMasterMk cId="0" sldId="2147483648"/>
              <pc:sldLayoutMk cId="0" sldId="2147483659"/>
              <ac:spMk id="2" creationId="{FDA86411-B3FB-FA65-15C4-AD816E02993E}"/>
            </ac:spMkLst>
          </pc:spChg>
        </pc:sldLayoutChg>
        <pc:sldLayoutChg chg="modSp mod">
          <pc:chgData name="Ravi Raman" userId="fac1b39d-4d67-4397-97d6-0a8a0df8cde0" providerId="ADAL" clId="{EA8CF1F9-9920-D447-9B0B-1EAE50F7A698}" dt="2026-06-18T08:57:19.165" v="47" actId="1076"/>
          <pc:sldLayoutMkLst>
            <pc:docMk/>
            <pc:sldMasterMk cId="0" sldId="2147483648"/>
            <pc:sldLayoutMk cId="0" sldId="2147483660"/>
          </pc:sldLayoutMkLst>
          <pc:spChg chg="mod">
            <ac:chgData name="Ravi Raman" userId="fac1b39d-4d67-4397-97d6-0a8a0df8cde0" providerId="ADAL" clId="{EA8CF1F9-9920-D447-9B0B-1EAE50F7A698}" dt="2026-06-18T08:57:19.165" v="47" actId="1076"/>
            <ac:spMkLst>
              <pc:docMk/>
              <pc:sldMasterMk cId="0" sldId="2147483648"/>
              <pc:sldLayoutMk cId="0" sldId="2147483660"/>
              <ac:spMk id="2" creationId="{A6A257C2-7B8F-BCD4-5183-98C4414251B5}"/>
            </ac:spMkLst>
          </pc:spChg>
        </pc:sldLayoutChg>
        <pc:sldLayoutChg chg="modSp mod">
          <pc:chgData name="Ravi Raman" userId="fac1b39d-4d67-4397-97d6-0a8a0df8cde0" providerId="ADAL" clId="{EA8CF1F9-9920-D447-9B0B-1EAE50F7A698}" dt="2026-06-18T08:57:21.261" v="48" actId="1076"/>
          <pc:sldLayoutMkLst>
            <pc:docMk/>
            <pc:sldMasterMk cId="0" sldId="2147483648"/>
            <pc:sldLayoutMk cId="0" sldId="2147483661"/>
          </pc:sldLayoutMkLst>
          <pc:spChg chg="mod">
            <ac:chgData name="Ravi Raman" userId="fac1b39d-4d67-4397-97d6-0a8a0df8cde0" providerId="ADAL" clId="{EA8CF1F9-9920-D447-9B0B-1EAE50F7A698}" dt="2026-06-18T08:57:21.261" v="48" actId="1076"/>
            <ac:spMkLst>
              <pc:docMk/>
              <pc:sldMasterMk cId="0" sldId="2147483648"/>
              <pc:sldLayoutMk cId="0" sldId="2147483661"/>
              <ac:spMk id="2" creationId="{A28DBD5D-3198-B6DF-EF7C-9D991DF2E24F}"/>
            </ac:spMkLst>
          </pc:spChg>
        </pc:sldLayoutChg>
        <pc:sldLayoutChg chg="modSp mod">
          <pc:chgData name="Ravi Raman" userId="fac1b39d-4d67-4397-97d6-0a8a0df8cde0" providerId="ADAL" clId="{EA8CF1F9-9920-D447-9B0B-1EAE50F7A698}" dt="2026-06-18T08:57:23.865" v="49" actId="1076"/>
          <pc:sldLayoutMkLst>
            <pc:docMk/>
            <pc:sldMasterMk cId="0" sldId="2147483648"/>
            <pc:sldLayoutMk cId="0" sldId="2147483662"/>
          </pc:sldLayoutMkLst>
          <pc:spChg chg="mod">
            <ac:chgData name="Ravi Raman" userId="fac1b39d-4d67-4397-97d6-0a8a0df8cde0" providerId="ADAL" clId="{EA8CF1F9-9920-D447-9B0B-1EAE50F7A698}" dt="2026-06-18T08:57:23.865" v="49" actId="1076"/>
            <ac:spMkLst>
              <pc:docMk/>
              <pc:sldMasterMk cId="0" sldId="2147483648"/>
              <pc:sldLayoutMk cId="0" sldId="2147483662"/>
              <ac:spMk id="2" creationId="{662000A3-5DC0-CFF0-C53A-7BB59A32394E}"/>
            </ac:spMkLst>
          </pc:spChg>
        </pc:sldLayoutChg>
        <pc:sldLayoutChg chg="modSp mod">
          <pc:chgData name="Ravi Raman" userId="fac1b39d-4d67-4397-97d6-0a8a0df8cde0" providerId="ADAL" clId="{EA8CF1F9-9920-D447-9B0B-1EAE50F7A698}" dt="2026-06-18T08:57:25.613" v="50" actId="1076"/>
          <pc:sldLayoutMkLst>
            <pc:docMk/>
            <pc:sldMasterMk cId="0" sldId="2147483648"/>
            <pc:sldLayoutMk cId="0" sldId="2147483663"/>
          </pc:sldLayoutMkLst>
          <pc:spChg chg="mod">
            <ac:chgData name="Ravi Raman" userId="fac1b39d-4d67-4397-97d6-0a8a0df8cde0" providerId="ADAL" clId="{EA8CF1F9-9920-D447-9B0B-1EAE50F7A698}" dt="2026-06-18T08:57:25.613" v="50" actId="1076"/>
            <ac:spMkLst>
              <pc:docMk/>
              <pc:sldMasterMk cId="0" sldId="2147483648"/>
              <pc:sldLayoutMk cId="0" sldId="2147483663"/>
              <ac:spMk id="2" creationId="{9E044968-67AE-5025-2F86-D29C35920A95}"/>
            </ac:spMkLst>
          </pc:spChg>
        </pc:sldLayoutChg>
        <pc:sldLayoutChg chg="modSp mod">
          <pc:chgData name="Ravi Raman" userId="fac1b39d-4d67-4397-97d6-0a8a0df8cde0" providerId="ADAL" clId="{EA8CF1F9-9920-D447-9B0B-1EAE50F7A698}" dt="2026-06-18T08:57:28.722" v="51" actId="1076"/>
          <pc:sldLayoutMkLst>
            <pc:docMk/>
            <pc:sldMasterMk cId="0" sldId="2147483648"/>
            <pc:sldLayoutMk cId="0" sldId="2147483664"/>
          </pc:sldLayoutMkLst>
          <pc:spChg chg="mod">
            <ac:chgData name="Ravi Raman" userId="fac1b39d-4d67-4397-97d6-0a8a0df8cde0" providerId="ADAL" clId="{EA8CF1F9-9920-D447-9B0B-1EAE50F7A698}" dt="2026-06-18T08:57:28.722" v="51" actId="1076"/>
            <ac:spMkLst>
              <pc:docMk/>
              <pc:sldMasterMk cId="0" sldId="2147483648"/>
              <pc:sldLayoutMk cId="0" sldId="2147483664"/>
              <ac:spMk id="2" creationId="{EA0B913D-A4AA-FEE3-1581-7F285F961A87}"/>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3525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E8CCC85-9790-B484-3957-C189A15FE8FF}"/>
              </a:ext>
            </a:extLst>
          </p:cNvPr>
          <p:cNvSpPr/>
          <p:nvPr userDrawn="1"/>
        </p:nvSpPr>
        <p:spPr>
          <a:xfrm>
            <a:off x="2" y="845506"/>
            <a:ext cx="14630398" cy="6538587"/>
          </a:xfrm>
          <a:prstGeom prst="rect">
            <a:avLst/>
          </a:prstGeom>
          <a:solidFill>
            <a:schemeClr val="bg1">
              <a:alpha val="6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20BD5FB-1C7E-CB68-FE21-8035FEC238FF}"/>
              </a:ext>
            </a:extLst>
          </p:cNvPr>
          <p:cNvSpPr/>
          <p:nvPr userDrawn="1"/>
        </p:nvSpPr>
        <p:spPr>
          <a:xfrm>
            <a:off x="2" y="845506"/>
            <a:ext cx="14630398" cy="6538587"/>
          </a:xfrm>
          <a:prstGeom prst="rect">
            <a:avLst/>
          </a:prstGeom>
          <a:solidFill>
            <a:schemeClr val="bg1">
              <a:alpha val="6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extLst>
    <p:ext uri="{DCECCB84-F9BA-43D5-87BE-67443E8EF086}">
      <p15:sldGuideLst xmlns:p15="http://schemas.microsoft.com/office/powerpoint/2012/main">
        <p15:guide id="1" orient="horz" pos="2592" userDrawn="1">
          <p15:clr>
            <a:srgbClr val="FBAE40"/>
          </p15:clr>
        </p15:guide>
        <p15:guide id="2" pos="460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E993BEC-77D1-09FB-C456-3DE8DD849254}"/>
              </a:ext>
            </a:extLst>
          </p:cNvPr>
          <p:cNvSpPr/>
          <p:nvPr userDrawn="1"/>
        </p:nvSpPr>
        <p:spPr>
          <a:xfrm>
            <a:off x="2" y="845506"/>
            <a:ext cx="14630398" cy="6538587"/>
          </a:xfrm>
          <a:prstGeom prst="rect">
            <a:avLst/>
          </a:prstGeom>
          <a:solidFill>
            <a:schemeClr val="bg1">
              <a:alpha val="6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extLst>
    <p:ext uri="{DCECCB84-F9BA-43D5-87BE-67443E8EF086}">
      <p15:sldGuideLst xmlns:p15="http://schemas.microsoft.com/office/powerpoint/2012/main">
        <p15:guide id="1" orient="horz" pos="2592" userDrawn="1">
          <p15:clr>
            <a:srgbClr val="FBAE40"/>
          </p15:clr>
        </p15:guide>
        <p15:guide id="2" pos="460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2592" userDrawn="1">
          <p15:clr>
            <a:srgbClr val="FBAE40"/>
          </p15:clr>
        </p15:guide>
        <p15:guide id="2" pos="460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8178E3-5CC4-EDC6-A390-7680B7257A9C}"/>
              </a:ext>
            </a:extLst>
          </p:cNvPr>
          <p:cNvSpPr/>
          <p:nvPr userDrawn="1"/>
        </p:nvSpPr>
        <p:spPr>
          <a:xfrm>
            <a:off x="2" y="845506"/>
            <a:ext cx="14630398" cy="6538587"/>
          </a:xfrm>
          <a:prstGeom prst="rect">
            <a:avLst/>
          </a:prstGeom>
          <a:solidFill>
            <a:schemeClr val="bg1">
              <a:alpha val="6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3AD722-8385-C177-7B26-CBE49DAC9433}"/>
              </a:ext>
            </a:extLst>
          </p:cNvPr>
          <p:cNvSpPr/>
          <p:nvPr userDrawn="1"/>
        </p:nvSpPr>
        <p:spPr>
          <a:xfrm>
            <a:off x="2" y="845506"/>
            <a:ext cx="14630398" cy="6538587"/>
          </a:xfrm>
          <a:prstGeom prst="rect">
            <a:avLst/>
          </a:prstGeom>
          <a:solidFill>
            <a:schemeClr val="bg1">
              <a:alpha val="6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extLst>
    <p:ext uri="{DCECCB84-F9BA-43D5-87BE-67443E8EF086}">
      <p15:sldGuideLst xmlns:p15="http://schemas.microsoft.com/office/powerpoint/2012/main">
        <p15:guide id="1" orient="horz" pos="2592" userDrawn="1">
          <p15:clr>
            <a:srgbClr val="FBAE40"/>
          </p15:clr>
        </p15:guide>
        <p15:guide id="2" pos="460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E14A1D-9E2D-782A-50C9-DF6F9E901789}"/>
              </a:ext>
            </a:extLst>
          </p:cNvPr>
          <p:cNvSpPr/>
          <p:nvPr userDrawn="1"/>
        </p:nvSpPr>
        <p:spPr>
          <a:xfrm>
            <a:off x="2" y="845506"/>
            <a:ext cx="14630398" cy="6538587"/>
          </a:xfrm>
          <a:prstGeom prst="rect">
            <a:avLst/>
          </a:prstGeom>
          <a:solidFill>
            <a:schemeClr val="bg1">
              <a:alpha val="6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830B2C-55AA-4B7B-F860-BB40F3452AD0}"/>
              </a:ext>
            </a:extLst>
          </p:cNvPr>
          <p:cNvSpPr/>
          <p:nvPr userDrawn="1"/>
        </p:nvSpPr>
        <p:spPr>
          <a:xfrm>
            <a:off x="2" y="845506"/>
            <a:ext cx="14630398" cy="6538587"/>
          </a:xfrm>
          <a:prstGeom prst="rect">
            <a:avLst/>
          </a:prstGeom>
          <a:solidFill>
            <a:schemeClr val="bg1">
              <a:alpha val="6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B4BDC54-95F6-6DC7-B1C1-92D05852ABBC}"/>
              </a:ext>
            </a:extLst>
          </p:cNvPr>
          <p:cNvSpPr/>
          <p:nvPr userDrawn="1"/>
        </p:nvSpPr>
        <p:spPr>
          <a:xfrm>
            <a:off x="2" y="845506"/>
            <a:ext cx="14630398" cy="6538587"/>
          </a:xfrm>
          <a:prstGeom prst="rect">
            <a:avLst/>
          </a:prstGeom>
          <a:solidFill>
            <a:schemeClr val="bg1">
              <a:alpha val="6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648EB8F-5CBD-D6DB-6699-512CA287B27C}"/>
              </a:ext>
            </a:extLst>
          </p:cNvPr>
          <p:cNvSpPr/>
          <p:nvPr userDrawn="1"/>
        </p:nvSpPr>
        <p:spPr>
          <a:xfrm>
            <a:off x="2" y="845506"/>
            <a:ext cx="14630398" cy="6538587"/>
          </a:xfrm>
          <a:prstGeom prst="rect">
            <a:avLst/>
          </a:prstGeom>
          <a:solidFill>
            <a:schemeClr val="bg1">
              <a:alpha val="6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DA86411-B3FB-FA65-15C4-AD816E02993E}"/>
              </a:ext>
            </a:extLst>
          </p:cNvPr>
          <p:cNvSpPr/>
          <p:nvPr userDrawn="1"/>
        </p:nvSpPr>
        <p:spPr>
          <a:xfrm>
            <a:off x="2" y="845506"/>
            <a:ext cx="14630398" cy="6538587"/>
          </a:xfrm>
          <a:prstGeom prst="rect">
            <a:avLst/>
          </a:prstGeom>
          <a:solidFill>
            <a:schemeClr val="bg1">
              <a:alpha val="6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6A257C2-7B8F-BCD4-5183-98C4414251B5}"/>
              </a:ext>
            </a:extLst>
          </p:cNvPr>
          <p:cNvSpPr/>
          <p:nvPr userDrawn="1"/>
        </p:nvSpPr>
        <p:spPr>
          <a:xfrm>
            <a:off x="2" y="845506"/>
            <a:ext cx="14630398" cy="6538587"/>
          </a:xfrm>
          <a:prstGeom prst="rect">
            <a:avLst/>
          </a:prstGeom>
          <a:solidFill>
            <a:schemeClr val="bg1">
              <a:alpha val="6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28DBD5D-3198-B6DF-EF7C-9D991DF2E24F}"/>
              </a:ext>
            </a:extLst>
          </p:cNvPr>
          <p:cNvSpPr/>
          <p:nvPr userDrawn="1"/>
        </p:nvSpPr>
        <p:spPr>
          <a:xfrm>
            <a:off x="2" y="845506"/>
            <a:ext cx="14630398" cy="6538587"/>
          </a:xfrm>
          <a:prstGeom prst="rect">
            <a:avLst/>
          </a:prstGeom>
          <a:solidFill>
            <a:schemeClr val="bg1">
              <a:alpha val="6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2000A3-5DC0-CFF0-C53A-7BB59A32394E}"/>
              </a:ext>
            </a:extLst>
          </p:cNvPr>
          <p:cNvSpPr/>
          <p:nvPr userDrawn="1"/>
        </p:nvSpPr>
        <p:spPr>
          <a:xfrm>
            <a:off x="2" y="845506"/>
            <a:ext cx="14630398" cy="6538587"/>
          </a:xfrm>
          <a:prstGeom prst="rect">
            <a:avLst/>
          </a:prstGeom>
          <a:solidFill>
            <a:schemeClr val="bg1">
              <a:alpha val="6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044968-67AE-5025-2F86-D29C35920A95}"/>
              </a:ext>
            </a:extLst>
          </p:cNvPr>
          <p:cNvSpPr/>
          <p:nvPr userDrawn="1"/>
        </p:nvSpPr>
        <p:spPr>
          <a:xfrm>
            <a:off x="2" y="845506"/>
            <a:ext cx="14630398" cy="6538587"/>
          </a:xfrm>
          <a:prstGeom prst="rect">
            <a:avLst/>
          </a:prstGeom>
          <a:solidFill>
            <a:schemeClr val="bg1">
              <a:alpha val="6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A0B913D-A4AA-FEE3-1581-7F285F961A87}"/>
              </a:ext>
            </a:extLst>
          </p:cNvPr>
          <p:cNvSpPr/>
          <p:nvPr userDrawn="1"/>
        </p:nvSpPr>
        <p:spPr>
          <a:xfrm>
            <a:off x="2" y="845506"/>
            <a:ext cx="14630398" cy="6538587"/>
          </a:xfrm>
          <a:prstGeom prst="rect">
            <a:avLst/>
          </a:prstGeom>
          <a:solidFill>
            <a:schemeClr val="bg1">
              <a:alpha val="6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A blue and orange background&#10;&#10;AI-generated content may be incorrect.">
            <a:extLst>
              <a:ext uri="{FF2B5EF4-FFF2-40B4-BE49-F238E27FC236}">
                <a16:creationId xmlns:a16="http://schemas.microsoft.com/office/drawing/2014/main" id="{11AF390B-10E3-1E15-677F-535F0BBDC628}"/>
              </a:ext>
            </a:extLst>
          </p:cNvPr>
          <p:cNvPicPr>
            <a:picLocks noChangeAspect="1"/>
          </p:cNvPicPr>
          <p:nvPr userDrawn="1"/>
        </p:nvPicPr>
        <p:blipFill>
          <a:blip r:embed="rId18"/>
          <a:srcRect l="19915" t="14465" b="5451"/>
          <a:stretch>
            <a:fillRect/>
          </a:stretch>
        </p:blipFill>
        <p:spPr>
          <a:xfrm>
            <a:off x="0" y="0"/>
            <a:ext cx="14630400" cy="8229600"/>
          </a:xfrm>
          <a:prstGeom prst="rect">
            <a:avLst/>
          </a:prstGeom>
        </p:spPr>
      </p:pic>
      <p:pic>
        <p:nvPicPr>
          <p:cNvPr id="2" name="Picture 1" descr="A white letter on a black background&#10;&#10;AI-generated content may be incorrect.">
            <a:extLst>
              <a:ext uri="{FF2B5EF4-FFF2-40B4-BE49-F238E27FC236}">
                <a16:creationId xmlns:a16="http://schemas.microsoft.com/office/drawing/2014/main" id="{46E23A50-2E2D-4490-C5E7-318D8D518631}"/>
              </a:ext>
            </a:extLst>
          </p:cNvPr>
          <p:cNvPicPr>
            <a:picLocks noChangeAspect="1"/>
          </p:cNvPicPr>
          <p:nvPr userDrawn="1"/>
        </p:nvPicPr>
        <p:blipFill>
          <a:blip r:embed="rId19"/>
          <a:stretch>
            <a:fillRect/>
          </a:stretch>
        </p:blipFill>
        <p:spPr>
          <a:xfrm>
            <a:off x="11910703" y="150685"/>
            <a:ext cx="2591807" cy="516580"/>
          </a:xfrm>
          <a:prstGeom prst="rect">
            <a:avLst/>
          </a:prstGeom>
        </p:spPr>
      </p:pic>
      <p:pic>
        <p:nvPicPr>
          <p:cNvPr id="3" name="Picture 24" descr="Glass Rectangle PNGs for Free Download">
            <a:extLst>
              <a:ext uri="{FF2B5EF4-FFF2-40B4-BE49-F238E27FC236}">
                <a16:creationId xmlns:a16="http://schemas.microsoft.com/office/drawing/2014/main" id="{C8FA7E45-A068-286A-0530-9A0E8AEDBDB3}"/>
              </a:ext>
            </a:extLst>
          </p:cNvPr>
          <p:cNvPicPr>
            <a:picLocks noChangeAspect="1" noChangeArrowheads="1"/>
          </p:cNvPicPr>
          <p:nvPr userDrawn="1"/>
        </p:nvPicPr>
        <p:blipFill rotWithShape="1">
          <a:blip r:embed="rId20">
            <a:extLst>
              <a:ext uri="{28A0092B-C50C-407E-A947-70E740481C1C}">
                <a14:useLocalDpi xmlns:a14="http://schemas.microsoft.com/office/drawing/2010/main" val="0"/>
              </a:ext>
            </a:extLst>
          </a:blip>
          <a:srcRect l="20742" t="12410" r="13055" b="12036"/>
          <a:stretch>
            <a:fillRect/>
          </a:stretch>
        </p:blipFill>
        <p:spPr bwMode="auto">
          <a:xfrm>
            <a:off x="0" y="7414953"/>
            <a:ext cx="14630399" cy="81464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B2C813D1-C4E2-BB09-2559-F5A167D39D2C}"/>
              </a:ext>
            </a:extLst>
          </p:cNvPr>
          <p:cNvPicPr>
            <a:picLocks noChangeAspect="1" noChangeArrowheads="1"/>
          </p:cNvPicPr>
          <p:nvPr userDrawn="1"/>
        </p:nvPicPr>
        <p:blipFill>
          <a:blip r:embed="rId21">
            <a:extLst>
              <a:ext uri="{28A0092B-C50C-407E-A947-70E740481C1C}">
                <a14:useLocalDpi xmlns:a14="http://schemas.microsoft.com/office/drawing/2010/main" val="0"/>
              </a:ext>
            </a:extLst>
          </a:blip>
          <a:srcRect/>
          <a:stretch>
            <a:fillRect/>
          </a:stretch>
        </p:blipFill>
        <p:spPr bwMode="auto">
          <a:xfrm>
            <a:off x="13151510" y="7352719"/>
            <a:ext cx="1493013" cy="864973"/>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69024" y="1793587"/>
            <a:ext cx="13092351" cy="3964662"/>
          </a:xfrm>
          <a:prstGeom prst="rect">
            <a:avLst/>
          </a:prstGeom>
          <a:noFill/>
          <a:ln/>
        </p:spPr>
        <p:txBody>
          <a:bodyPr wrap="square" lIns="0" tIns="0" rIns="0" bIns="0" rtlCol="0" anchor="t"/>
          <a:lstStyle/>
          <a:p>
            <a:pPr marL="0" indent="0" algn="ctr">
              <a:lnSpc>
                <a:spcPct val="150000"/>
              </a:lnSpc>
              <a:buNone/>
            </a:pPr>
            <a:r>
              <a:rPr lang="en-US" sz="8800" b="1">
                <a:solidFill>
                  <a:schemeClr val="bg1"/>
                </a:solidFill>
                <a:latin typeface="Gill Sans MT" panose="020B0502020104020203" pitchFamily="34" charset="77"/>
                <a:ea typeface="Inter Bold" pitchFamily="34" charset="-122"/>
                <a:cs typeface="Inter Bold" pitchFamily="34" charset="-120"/>
              </a:rPr>
              <a:t>Building Talent that Builds Businesses</a:t>
            </a:r>
            <a:endParaRPr lang="en-US" sz="8800">
              <a:solidFill>
                <a:schemeClr val="bg1"/>
              </a:solidFill>
              <a:latin typeface="Gill Sans MT" panose="020B0502020104020203" pitchFamily="34" charset="77"/>
            </a:endParaRPr>
          </a:p>
        </p:txBody>
      </p:sp>
      <p:sp>
        <p:nvSpPr>
          <p:cNvPr id="3" name="Text 1"/>
          <p:cNvSpPr/>
          <p:nvPr/>
        </p:nvSpPr>
        <p:spPr>
          <a:xfrm>
            <a:off x="769024" y="6552617"/>
            <a:ext cx="13092351" cy="346115"/>
          </a:xfrm>
          <a:prstGeom prst="rect">
            <a:avLst/>
          </a:prstGeom>
          <a:noFill/>
          <a:ln/>
        </p:spPr>
        <p:txBody>
          <a:bodyPr wrap="none" lIns="0" tIns="0" rIns="0" bIns="0" rtlCol="0" anchor="t"/>
          <a:lstStyle/>
          <a:p>
            <a:pPr marL="0" indent="0" algn="ctr">
              <a:lnSpc>
                <a:spcPts val="2700"/>
              </a:lnSpc>
              <a:buNone/>
            </a:pPr>
            <a:r>
              <a:rPr lang="en-US" sz="2400" b="1">
                <a:solidFill>
                  <a:schemeClr val="bg1"/>
                </a:solidFill>
                <a:latin typeface="Gill Sans MT" panose="020B0502020104020203" pitchFamily="34" charset="77"/>
                <a:ea typeface="Inter" pitchFamily="34" charset="-122"/>
                <a:cs typeface="Inter" pitchFamily="34" charset="-120"/>
              </a:rPr>
              <a:t>A unified capability partner for enterprise transformation</a:t>
            </a:r>
            <a:endParaRPr lang="en-US" sz="2400" b="1">
              <a:solidFill>
                <a:schemeClr val="bg1"/>
              </a:solidFill>
              <a:latin typeface="Gill Sans MT" panose="020B0502020104020203" pitchFamily="34" charset="77"/>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2447925"/>
            <a:ext cx="5387102" cy="673418"/>
          </a:xfrm>
          <a:prstGeom prst="rect">
            <a:avLst/>
          </a:prstGeom>
          <a:noFill/>
          <a:ln/>
        </p:spPr>
        <p:txBody>
          <a:bodyPr wrap="none" lIns="0" tIns="0" rIns="0" bIns="0" rtlCol="0" anchor="t"/>
          <a:lstStyle/>
          <a:p>
            <a:pPr marL="0" indent="0" algn="l">
              <a:lnSpc>
                <a:spcPts val="5300"/>
              </a:lnSpc>
              <a:buNone/>
            </a:pPr>
            <a:r>
              <a:rPr lang="en-US" sz="4800" b="1">
                <a:solidFill>
                  <a:srgbClr val="000000"/>
                </a:solidFill>
                <a:latin typeface="Gill Sans MT" panose="020B0502020104020203" pitchFamily="34" charset="77"/>
                <a:ea typeface="Inter Bold" pitchFamily="34" charset="-122"/>
                <a:cs typeface="Inter Bold" pitchFamily="34" charset="-120"/>
              </a:rPr>
              <a:t>Our Positioning</a:t>
            </a:r>
            <a:endParaRPr lang="en-US" sz="4800">
              <a:latin typeface="Gill Sans MT" panose="020B0502020104020203" pitchFamily="34" charset="77"/>
            </a:endParaRPr>
          </a:p>
        </p:txBody>
      </p:sp>
      <p:sp>
        <p:nvSpPr>
          <p:cNvPr id="3" name="Text 1"/>
          <p:cNvSpPr/>
          <p:nvPr/>
        </p:nvSpPr>
        <p:spPr>
          <a:xfrm>
            <a:off x="793790" y="3530679"/>
            <a:ext cx="13042821" cy="336113"/>
          </a:xfrm>
          <a:prstGeom prst="rect">
            <a:avLst/>
          </a:prstGeom>
          <a:noFill/>
          <a:ln/>
        </p:spPr>
        <p:txBody>
          <a:bodyPr wrap="none" lIns="0" tIns="0" rIns="0" bIns="0" rtlCol="0" anchor="t"/>
          <a:lstStyle/>
          <a:p>
            <a:pPr marL="0" indent="0" algn="l">
              <a:lnSpc>
                <a:spcPts val="2600"/>
              </a:lnSpc>
              <a:buNone/>
            </a:pPr>
            <a:r>
              <a:rPr lang="en-US" sz="2000">
                <a:solidFill>
                  <a:srgbClr val="272525"/>
                </a:solidFill>
                <a:latin typeface="Gill Sans MT" panose="020B0502020104020203" pitchFamily="34" charset="77"/>
                <a:ea typeface="Inter" pitchFamily="34" charset="-122"/>
                <a:cs typeface="Inter" pitchFamily="34" charset="-120"/>
              </a:rPr>
              <a:t>We engineer capability as a strategic lever for business outcomes</a:t>
            </a:r>
            <a:endParaRPr lang="en-US" sz="2000">
              <a:latin typeface="Gill Sans MT" panose="020B0502020104020203" pitchFamily="34" charset="77"/>
            </a:endParaRPr>
          </a:p>
        </p:txBody>
      </p:sp>
      <p:sp>
        <p:nvSpPr>
          <p:cNvPr id="4" name="Text 2"/>
          <p:cNvSpPr/>
          <p:nvPr/>
        </p:nvSpPr>
        <p:spPr>
          <a:xfrm>
            <a:off x="793790" y="4097060"/>
            <a:ext cx="13042821" cy="336113"/>
          </a:xfrm>
          <a:prstGeom prst="rect">
            <a:avLst/>
          </a:prstGeom>
          <a:noFill/>
          <a:ln/>
        </p:spPr>
        <p:txBody>
          <a:bodyPr wrap="none" lIns="0" tIns="0" rIns="0" bIns="0" rtlCol="0" anchor="t"/>
          <a:lstStyle/>
          <a:p>
            <a:pPr marL="0" indent="0" algn="l">
              <a:lnSpc>
                <a:spcPts val="2600"/>
              </a:lnSpc>
              <a:buNone/>
            </a:pPr>
            <a:r>
              <a:rPr lang="en-US" sz="2000">
                <a:solidFill>
                  <a:srgbClr val="272525"/>
                </a:solidFill>
                <a:latin typeface="Gill Sans MT" panose="020B0502020104020203" pitchFamily="34" charset="77"/>
                <a:ea typeface="Inter" pitchFamily="34" charset="-122"/>
                <a:cs typeface="Inter" pitchFamily="34" charset="-120"/>
              </a:rPr>
              <a:t>We help enterprises:</a:t>
            </a:r>
            <a:endParaRPr lang="en-US" sz="2000">
              <a:latin typeface="Gill Sans MT" panose="020B0502020104020203" pitchFamily="34" charset="77"/>
            </a:endParaRPr>
          </a:p>
        </p:txBody>
      </p:sp>
      <p:sp>
        <p:nvSpPr>
          <p:cNvPr id="5" name="Shape 3"/>
          <p:cNvSpPr/>
          <p:nvPr/>
        </p:nvSpPr>
        <p:spPr>
          <a:xfrm>
            <a:off x="793790" y="4663440"/>
            <a:ext cx="4211122" cy="1118235"/>
          </a:xfrm>
          <a:prstGeom prst="roundRect">
            <a:avLst>
              <a:gd name="adj" fmla="val 8093"/>
            </a:avLst>
          </a:prstGeom>
          <a:solidFill>
            <a:srgbClr val="DADBF1"/>
          </a:solidFill>
          <a:ln w="7620">
            <a:solidFill>
              <a:srgbClr val="C0C1D7"/>
            </a:solidFill>
            <a:prstDash val="solid"/>
          </a:ln>
        </p:spPr>
        <p:txBody>
          <a:bodyPr/>
          <a:lstStyle/>
          <a:p>
            <a:endParaRPr lang="en-US">
              <a:latin typeface="Gill Sans MT" panose="020B0502020104020203" pitchFamily="34" charset="77"/>
            </a:endParaRPr>
          </a:p>
        </p:txBody>
      </p:sp>
      <p:sp>
        <p:nvSpPr>
          <p:cNvPr id="6" name="Text 4"/>
          <p:cNvSpPr/>
          <p:nvPr/>
        </p:nvSpPr>
        <p:spPr>
          <a:xfrm>
            <a:off x="1016794" y="4886444"/>
            <a:ext cx="3765113" cy="672227"/>
          </a:xfrm>
          <a:prstGeom prst="rect">
            <a:avLst/>
          </a:prstGeom>
          <a:noFill/>
          <a:ln/>
        </p:spPr>
        <p:txBody>
          <a:bodyPr wrap="square" lIns="0" tIns="0" rIns="0" bIns="0" rtlCol="0" anchor="t"/>
          <a:lstStyle/>
          <a:p>
            <a:pPr marL="0" indent="0" algn="l">
              <a:lnSpc>
                <a:spcPts val="2600"/>
              </a:lnSpc>
              <a:buNone/>
            </a:pPr>
            <a:r>
              <a:rPr lang="en-US" sz="1650" b="1">
                <a:solidFill>
                  <a:srgbClr val="272525"/>
                </a:solidFill>
                <a:latin typeface="Gill Sans MT" panose="020B0502020104020203" pitchFamily="34" charset="77"/>
                <a:ea typeface="Inter" pitchFamily="34" charset="-122"/>
                <a:cs typeface="Inter" pitchFamily="34" charset="-120"/>
              </a:rPr>
              <a:t>Translate strategy into execution capability</a:t>
            </a:r>
            <a:endParaRPr lang="en-US" sz="1650" b="1">
              <a:latin typeface="Gill Sans MT" panose="020B0502020104020203" pitchFamily="34" charset="77"/>
            </a:endParaRPr>
          </a:p>
        </p:txBody>
      </p:sp>
      <p:sp>
        <p:nvSpPr>
          <p:cNvPr id="7" name="Shape 5"/>
          <p:cNvSpPr/>
          <p:nvPr/>
        </p:nvSpPr>
        <p:spPr>
          <a:xfrm>
            <a:off x="5209580" y="4663440"/>
            <a:ext cx="4211122" cy="1118235"/>
          </a:xfrm>
          <a:prstGeom prst="roundRect">
            <a:avLst>
              <a:gd name="adj" fmla="val 8093"/>
            </a:avLst>
          </a:prstGeom>
          <a:solidFill>
            <a:srgbClr val="DADBF1"/>
          </a:solidFill>
          <a:ln w="7620">
            <a:solidFill>
              <a:srgbClr val="C0C1D7"/>
            </a:solidFill>
            <a:prstDash val="solid"/>
          </a:ln>
        </p:spPr>
        <p:txBody>
          <a:bodyPr/>
          <a:lstStyle/>
          <a:p>
            <a:endParaRPr lang="en-US">
              <a:latin typeface="Gill Sans MT" panose="020B0502020104020203" pitchFamily="34" charset="77"/>
            </a:endParaRPr>
          </a:p>
        </p:txBody>
      </p:sp>
      <p:sp>
        <p:nvSpPr>
          <p:cNvPr id="8" name="Text 6"/>
          <p:cNvSpPr/>
          <p:nvPr/>
        </p:nvSpPr>
        <p:spPr>
          <a:xfrm>
            <a:off x="5432584" y="4886444"/>
            <a:ext cx="3765113" cy="672227"/>
          </a:xfrm>
          <a:prstGeom prst="rect">
            <a:avLst/>
          </a:prstGeom>
          <a:noFill/>
          <a:ln/>
        </p:spPr>
        <p:txBody>
          <a:bodyPr wrap="square" lIns="0" tIns="0" rIns="0" bIns="0" rtlCol="0" anchor="t"/>
          <a:lstStyle/>
          <a:p>
            <a:pPr marL="0" indent="0" algn="l">
              <a:lnSpc>
                <a:spcPts val="2600"/>
              </a:lnSpc>
              <a:buNone/>
            </a:pPr>
            <a:r>
              <a:rPr lang="en-US" sz="1650" b="1">
                <a:solidFill>
                  <a:srgbClr val="272525"/>
                </a:solidFill>
                <a:latin typeface="Gill Sans MT" panose="020B0502020104020203" pitchFamily="34" charset="77"/>
                <a:ea typeface="Inter" pitchFamily="34" charset="-122"/>
                <a:cs typeface="Inter" pitchFamily="34" charset="-120"/>
              </a:rPr>
              <a:t>Build role-aligned talent across levels</a:t>
            </a:r>
            <a:endParaRPr lang="en-US" sz="1650" b="1">
              <a:latin typeface="Gill Sans MT" panose="020B0502020104020203" pitchFamily="34" charset="77"/>
            </a:endParaRPr>
          </a:p>
        </p:txBody>
      </p:sp>
      <p:sp>
        <p:nvSpPr>
          <p:cNvPr id="9" name="Shape 7"/>
          <p:cNvSpPr/>
          <p:nvPr/>
        </p:nvSpPr>
        <p:spPr>
          <a:xfrm>
            <a:off x="9625370" y="4663440"/>
            <a:ext cx="4211122" cy="1118235"/>
          </a:xfrm>
          <a:prstGeom prst="roundRect">
            <a:avLst>
              <a:gd name="adj" fmla="val 8093"/>
            </a:avLst>
          </a:prstGeom>
          <a:solidFill>
            <a:srgbClr val="DADBF1"/>
          </a:solidFill>
          <a:ln w="7620">
            <a:solidFill>
              <a:srgbClr val="C0C1D7"/>
            </a:solidFill>
            <a:prstDash val="solid"/>
          </a:ln>
        </p:spPr>
        <p:txBody>
          <a:bodyPr/>
          <a:lstStyle/>
          <a:p>
            <a:endParaRPr lang="en-US">
              <a:latin typeface="Gill Sans MT" panose="020B0502020104020203" pitchFamily="34" charset="77"/>
            </a:endParaRPr>
          </a:p>
        </p:txBody>
      </p:sp>
      <p:sp>
        <p:nvSpPr>
          <p:cNvPr id="10" name="Text 8"/>
          <p:cNvSpPr/>
          <p:nvPr/>
        </p:nvSpPr>
        <p:spPr>
          <a:xfrm>
            <a:off x="9848374" y="4886444"/>
            <a:ext cx="3765113" cy="672227"/>
          </a:xfrm>
          <a:prstGeom prst="rect">
            <a:avLst/>
          </a:prstGeom>
          <a:noFill/>
          <a:ln/>
        </p:spPr>
        <p:txBody>
          <a:bodyPr wrap="square" lIns="0" tIns="0" rIns="0" bIns="0" rtlCol="0" anchor="t"/>
          <a:lstStyle/>
          <a:p>
            <a:pPr marL="0" indent="0" algn="l">
              <a:lnSpc>
                <a:spcPts val="2600"/>
              </a:lnSpc>
              <a:buNone/>
            </a:pPr>
            <a:r>
              <a:rPr lang="en-US" sz="1650" b="1">
                <a:solidFill>
                  <a:srgbClr val="272525"/>
                </a:solidFill>
                <a:latin typeface="Gill Sans MT" panose="020B0502020104020203" pitchFamily="34" charset="77"/>
                <a:ea typeface="Inter" pitchFamily="34" charset="-122"/>
                <a:cs typeface="Inter" pitchFamily="34" charset="-120"/>
              </a:rPr>
              <a:t>Deliver measurable business outcomes</a:t>
            </a:r>
            <a:endParaRPr lang="en-US" sz="1650" b="1">
              <a:latin typeface="Gill Sans MT" panose="020B0502020104020203" pitchFamily="34" charset="77"/>
            </a:endParaRPr>
          </a:p>
        </p:txBody>
      </p:sp>
      <p:sp>
        <p:nvSpPr>
          <p:cNvPr id="12" name="TextBox 11">
            <a:extLst>
              <a:ext uri="{FF2B5EF4-FFF2-40B4-BE49-F238E27FC236}">
                <a16:creationId xmlns:a16="http://schemas.microsoft.com/office/drawing/2014/main" id="{94C5531D-B93E-0AD7-8FD1-32CEC6A17544}"/>
              </a:ext>
            </a:extLst>
          </p:cNvPr>
          <p:cNvSpPr txBox="1"/>
          <p:nvPr/>
        </p:nvSpPr>
        <p:spPr>
          <a:xfrm>
            <a:off x="96078" y="7398603"/>
            <a:ext cx="13228036" cy="830997"/>
          </a:xfrm>
          <a:prstGeom prst="rect">
            <a:avLst/>
          </a:prstGeom>
          <a:noFill/>
        </p:spPr>
        <p:txBody>
          <a:bodyPr wrap="square">
            <a:spAutoFit/>
          </a:bodyPr>
          <a:lstStyle/>
          <a:p>
            <a:pPr algn="ctr"/>
            <a:r>
              <a:rPr lang="en-IN" sz="1600" b="1" dirty="0">
                <a:solidFill>
                  <a:schemeClr val="bg1"/>
                </a:solidFill>
                <a:latin typeface="Tw Cen MT" panose="020B0602020104020603" pitchFamily="34" charset="77"/>
              </a:rPr>
              <a:t>© NIIT</a:t>
            </a:r>
          </a:p>
          <a:p>
            <a:pPr algn="ctr"/>
            <a:r>
              <a:rPr lang="en-IN" sz="1600" dirty="0">
                <a:solidFill>
                  <a:schemeClr val="bg1"/>
                </a:solidFill>
                <a:latin typeface="Tw Cen MT" panose="020B0602020104020603" pitchFamily="34" charset="77"/>
              </a:rPr>
              <a:t>All Information within this document is Intellectual property of NIIT Ltd. </a:t>
            </a:r>
            <a:br>
              <a:rPr lang="en-IN" sz="1600" dirty="0">
                <a:solidFill>
                  <a:schemeClr val="bg1"/>
                </a:solidFill>
                <a:latin typeface="Tw Cen MT" panose="020B0602020104020603" pitchFamily="34" charset="77"/>
              </a:rPr>
            </a:br>
            <a:r>
              <a:rPr lang="en-IN" sz="1600" dirty="0">
                <a:solidFill>
                  <a:schemeClr val="bg1"/>
                </a:solidFill>
                <a:latin typeface="Tw Cen MT" panose="020B0602020104020603" pitchFamily="34" charset="77"/>
              </a:rPr>
              <a:t>No part of this document can be shared or used without the permission of NIIT Ltd.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78657" y="1061677"/>
            <a:ext cx="5721310" cy="631269"/>
          </a:xfrm>
          <a:prstGeom prst="rect">
            <a:avLst/>
          </a:prstGeom>
          <a:noFill/>
          <a:ln/>
        </p:spPr>
        <p:txBody>
          <a:bodyPr wrap="none" lIns="0" tIns="0" rIns="0" bIns="0" rtlCol="0" anchor="t"/>
          <a:lstStyle/>
          <a:p>
            <a:pPr marL="0" indent="0" algn="l">
              <a:lnSpc>
                <a:spcPts val="4950"/>
              </a:lnSpc>
              <a:buNone/>
            </a:pPr>
            <a:r>
              <a:rPr lang="en-US" sz="3950" b="1">
                <a:solidFill>
                  <a:srgbClr val="000000"/>
                </a:solidFill>
                <a:latin typeface="Gill Sans MT" panose="020B0502020104020203" pitchFamily="34" charset="77"/>
                <a:ea typeface="Inter Bold" pitchFamily="34" charset="-122"/>
                <a:cs typeface="Inter Bold" pitchFamily="34" charset="-120"/>
              </a:rPr>
              <a:t>Capability Architecture</a:t>
            </a:r>
            <a:endParaRPr lang="en-US" sz="3950">
              <a:latin typeface="Gill Sans MT" panose="020B0502020104020203" pitchFamily="34" charset="77"/>
            </a:endParaRPr>
          </a:p>
        </p:txBody>
      </p:sp>
      <p:sp>
        <p:nvSpPr>
          <p:cNvPr id="3" name="Text 1"/>
          <p:cNvSpPr/>
          <p:nvPr/>
        </p:nvSpPr>
        <p:spPr>
          <a:xfrm>
            <a:off x="744260" y="1703168"/>
            <a:ext cx="13141881" cy="305514"/>
          </a:xfrm>
          <a:prstGeom prst="rect">
            <a:avLst/>
          </a:prstGeom>
          <a:noFill/>
          <a:ln/>
        </p:spPr>
        <p:txBody>
          <a:bodyPr wrap="none" lIns="0" tIns="0" rIns="0" bIns="0" rtlCol="0" anchor="t"/>
          <a:lstStyle/>
          <a:p>
            <a:pPr marL="0" indent="0" algn="l">
              <a:lnSpc>
                <a:spcPts val="2400"/>
              </a:lnSpc>
              <a:buNone/>
            </a:pPr>
            <a:r>
              <a:rPr lang="en-US">
                <a:solidFill>
                  <a:srgbClr val="272525"/>
                </a:solidFill>
                <a:latin typeface="Gill Sans MT" panose="020B0502020104020203" pitchFamily="34" charset="77"/>
                <a:ea typeface="Inter" pitchFamily="34" charset="-122"/>
                <a:cs typeface="Inter" pitchFamily="34" charset="-120"/>
              </a:rPr>
              <a:t>Capability is engineered across roles and levels—not programs</a:t>
            </a:r>
            <a:endParaRPr lang="en-US">
              <a:latin typeface="Gill Sans MT" panose="020B0502020104020203" pitchFamily="34" charset="77"/>
            </a:endParaRPr>
          </a:p>
        </p:txBody>
      </p:sp>
      <p:sp>
        <p:nvSpPr>
          <p:cNvPr id="6" name="Text 3"/>
          <p:cNvSpPr/>
          <p:nvPr/>
        </p:nvSpPr>
        <p:spPr>
          <a:xfrm>
            <a:off x="5315783" y="2291620"/>
            <a:ext cx="2525197" cy="315635"/>
          </a:xfrm>
          <a:prstGeom prst="rect">
            <a:avLst/>
          </a:prstGeom>
          <a:noFill/>
          <a:ln/>
        </p:spPr>
        <p:txBody>
          <a:bodyPr wrap="none" lIns="0" tIns="0" rIns="0" bIns="0" rtlCol="0" anchor="t"/>
          <a:lstStyle/>
          <a:p>
            <a:pPr marL="0" indent="0" algn="l">
              <a:lnSpc>
                <a:spcPts val="2450"/>
              </a:lnSpc>
              <a:buNone/>
            </a:pPr>
            <a:r>
              <a:rPr lang="en-US" sz="1950" b="1">
                <a:solidFill>
                  <a:srgbClr val="272525"/>
                </a:solidFill>
                <a:latin typeface="Gill Sans MT" panose="020B0502020104020203" pitchFamily="34" charset="77"/>
                <a:ea typeface="Inter Bold" pitchFamily="34" charset="-122"/>
                <a:cs typeface="Inter Bold" pitchFamily="34" charset="-120"/>
              </a:rPr>
              <a:t>Strategic Capability</a:t>
            </a:r>
            <a:endParaRPr lang="en-US" sz="1950">
              <a:latin typeface="Gill Sans MT" panose="020B0502020104020203" pitchFamily="34" charset="77"/>
            </a:endParaRPr>
          </a:p>
        </p:txBody>
      </p:sp>
      <p:sp>
        <p:nvSpPr>
          <p:cNvPr id="7" name="Text 4"/>
          <p:cNvSpPr/>
          <p:nvPr/>
        </p:nvSpPr>
        <p:spPr>
          <a:xfrm>
            <a:off x="5315783" y="2636748"/>
            <a:ext cx="4382214" cy="305514"/>
          </a:xfrm>
          <a:prstGeom prst="rect">
            <a:avLst/>
          </a:prstGeom>
          <a:noFill/>
          <a:ln/>
        </p:spPr>
        <p:txBody>
          <a:bodyPr wrap="none" lIns="0" tIns="0" rIns="0" bIns="0" rtlCol="0" anchor="t"/>
          <a:lstStyle/>
          <a:p>
            <a:pPr marL="0" indent="0" algn="l">
              <a:lnSpc>
                <a:spcPts val="2400"/>
              </a:lnSpc>
              <a:buNone/>
            </a:pPr>
            <a:r>
              <a:rPr lang="en-US">
                <a:solidFill>
                  <a:srgbClr val="272525"/>
                </a:solidFill>
                <a:latin typeface="Gill Sans MT" panose="020B0502020104020203" pitchFamily="34" charset="77"/>
                <a:ea typeface="Inter" pitchFamily="34" charset="-122"/>
                <a:cs typeface="Inter" pitchFamily="34" charset="-120"/>
              </a:rPr>
              <a:t>Architecture, decision-making, transformation</a:t>
            </a:r>
            <a:endParaRPr lang="en-US">
              <a:latin typeface="Gill Sans MT" panose="020B0502020104020203" pitchFamily="34" charset="77"/>
            </a:endParaRPr>
          </a:p>
        </p:txBody>
      </p:sp>
      <p:sp>
        <p:nvSpPr>
          <p:cNvPr id="8" name="Shape 5"/>
          <p:cNvSpPr/>
          <p:nvPr/>
        </p:nvSpPr>
        <p:spPr>
          <a:xfrm>
            <a:off x="5164336" y="3261836"/>
            <a:ext cx="8671322" cy="11430"/>
          </a:xfrm>
          <a:prstGeom prst="roundRect">
            <a:avLst>
              <a:gd name="adj" fmla="val 742326"/>
            </a:avLst>
          </a:prstGeom>
          <a:solidFill>
            <a:srgbClr val="C0C1D7"/>
          </a:solidFill>
          <a:ln/>
        </p:spPr>
        <p:txBody>
          <a:bodyPr/>
          <a:lstStyle/>
          <a:p>
            <a:endParaRPr lang="en-US">
              <a:latin typeface="Gill Sans MT" panose="020B0502020104020203" pitchFamily="34" charset="77"/>
            </a:endParaRPr>
          </a:p>
        </p:txBody>
      </p:sp>
      <p:sp>
        <p:nvSpPr>
          <p:cNvPr id="11" name="Text 7"/>
          <p:cNvSpPr/>
          <p:nvPr/>
        </p:nvSpPr>
        <p:spPr>
          <a:xfrm>
            <a:off x="6399967" y="3474983"/>
            <a:ext cx="2539008" cy="315635"/>
          </a:xfrm>
          <a:prstGeom prst="rect">
            <a:avLst/>
          </a:prstGeom>
          <a:noFill/>
          <a:ln/>
        </p:spPr>
        <p:txBody>
          <a:bodyPr wrap="none" lIns="0" tIns="0" rIns="0" bIns="0" rtlCol="0" anchor="t"/>
          <a:lstStyle/>
          <a:p>
            <a:pPr marL="0" indent="0" algn="l">
              <a:lnSpc>
                <a:spcPts val="2450"/>
              </a:lnSpc>
              <a:buNone/>
            </a:pPr>
            <a:r>
              <a:rPr lang="en-US" sz="1950" b="1">
                <a:solidFill>
                  <a:srgbClr val="272525"/>
                </a:solidFill>
                <a:latin typeface="Gill Sans MT" panose="020B0502020104020203" pitchFamily="34" charset="77"/>
                <a:ea typeface="Inter Bold" pitchFamily="34" charset="-122"/>
                <a:cs typeface="Inter Bold" pitchFamily="34" charset="-120"/>
              </a:rPr>
              <a:t>Execution Capability</a:t>
            </a:r>
            <a:endParaRPr lang="en-US" sz="1950">
              <a:latin typeface="Gill Sans MT" panose="020B0502020104020203" pitchFamily="34" charset="77"/>
            </a:endParaRPr>
          </a:p>
        </p:txBody>
      </p:sp>
      <p:sp>
        <p:nvSpPr>
          <p:cNvPr id="12" name="Text 8"/>
          <p:cNvSpPr/>
          <p:nvPr/>
        </p:nvSpPr>
        <p:spPr>
          <a:xfrm>
            <a:off x="6399967" y="3820110"/>
            <a:ext cx="4541758" cy="305514"/>
          </a:xfrm>
          <a:prstGeom prst="rect">
            <a:avLst/>
          </a:prstGeom>
          <a:noFill/>
          <a:ln/>
        </p:spPr>
        <p:txBody>
          <a:bodyPr wrap="none" lIns="0" tIns="0" rIns="0" bIns="0" rtlCol="0" anchor="t"/>
          <a:lstStyle/>
          <a:p>
            <a:pPr marL="0" indent="0" algn="l">
              <a:lnSpc>
                <a:spcPts val="2400"/>
              </a:lnSpc>
              <a:buNone/>
            </a:pPr>
            <a:r>
              <a:rPr lang="en-US">
                <a:solidFill>
                  <a:srgbClr val="272525"/>
                </a:solidFill>
                <a:latin typeface="Gill Sans MT" panose="020B0502020104020203" pitchFamily="34" charset="77"/>
                <a:ea typeface="Inter" pitchFamily="34" charset="-122"/>
                <a:cs typeface="Inter" pitchFamily="34" charset="-120"/>
              </a:rPr>
              <a:t>Delivery, ownership, cross-functional execution</a:t>
            </a:r>
            <a:endParaRPr lang="en-US">
              <a:latin typeface="Gill Sans MT" panose="020B0502020104020203" pitchFamily="34" charset="77"/>
            </a:endParaRPr>
          </a:p>
        </p:txBody>
      </p:sp>
      <p:sp>
        <p:nvSpPr>
          <p:cNvPr id="13" name="Shape 9"/>
          <p:cNvSpPr/>
          <p:nvPr/>
        </p:nvSpPr>
        <p:spPr>
          <a:xfrm>
            <a:off x="6248519" y="4445198"/>
            <a:ext cx="7587139" cy="11430"/>
          </a:xfrm>
          <a:prstGeom prst="roundRect">
            <a:avLst>
              <a:gd name="adj" fmla="val 742326"/>
            </a:avLst>
          </a:prstGeom>
          <a:solidFill>
            <a:srgbClr val="C0C1D7"/>
          </a:solidFill>
          <a:ln/>
        </p:spPr>
        <p:txBody>
          <a:bodyPr/>
          <a:lstStyle/>
          <a:p>
            <a:endParaRPr lang="en-US">
              <a:latin typeface="Gill Sans MT" panose="020B0502020104020203" pitchFamily="34" charset="77"/>
            </a:endParaRPr>
          </a:p>
        </p:txBody>
      </p:sp>
      <p:grpSp>
        <p:nvGrpSpPr>
          <p:cNvPr id="24" name="Group 23">
            <a:extLst>
              <a:ext uri="{FF2B5EF4-FFF2-40B4-BE49-F238E27FC236}">
                <a16:creationId xmlns:a16="http://schemas.microsoft.com/office/drawing/2014/main" id="{1DF8D027-F9DA-C903-B0FC-7544D7209EE5}"/>
              </a:ext>
            </a:extLst>
          </p:cNvPr>
          <p:cNvGrpSpPr/>
          <p:nvPr/>
        </p:nvGrpSpPr>
        <p:grpSpPr>
          <a:xfrm>
            <a:off x="777002" y="2180191"/>
            <a:ext cx="6369249" cy="3342501"/>
            <a:chOff x="777002" y="2113240"/>
            <a:chExt cx="6505218" cy="3499605"/>
          </a:xfrm>
        </p:grpSpPr>
        <p:pic>
          <p:nvPicPr>
            <p:cNvPr id="4" name="Image 0" descr="preencoded.png"/>
            <p:cNvPicPr>
              <a:picLocks noChangeAspect="1"/>
            </p:cNvPicPr>
            <p:nvPr/>
          </p:nvPicPr>
          <p:blipFill>
            <a:blip r:embed="rId3"/>
            <a:stretch>
              <a:fillRect/>
            </a:stretch>
          </p:blipFill>
          <p:spPr>
            <a:xfrm>
              <a:off x="2945487" y="2113240"/>
              <a:ext cx="2168366" cy="1132880"/>
            </a:xfrm>
            <a:prstGeom prst="rect">
              <a:avLst/>
            </a:prstGeom>
          </p:spPr>
        </p:pic>
        <p:sp>
          <p:nvSpPr>
            <p:cNvPr id="5" name="Text 2"/>
            <p:cNvSpPr/>
            <p:nvPr/>
          </p:nvSpPr>
          <p:spPr>
            <a:xfrm>
              <a:off x="3887629" y="2641640"/>
              <a:ext cx="284083" cy="355044"/>
            </a:xfrm>
            <a:prstGeom prst="rect">
              <a:avLst/>
            </a:prstGeom>
            <a:noFill/>
            <a:ln/>
          </p:spPr>
          <p:txBody>
            <a:bodyPr wrap="none" lIns="0" tIns="0" rIns="0" bIns="0" rtlCol="0" anchor="ctr"/>
            <a:lstStyle/>
            <a:p>
              <a:pPr marL="0" indent="0" algn="ctr">
                <a:lnSpc>
                  <a:spcPts val="3350"/>
                </a:lnSpc>
                <a:buNone/>
              </a:pPr>
              <a:r>
                <a:rPr lang="en-US" sz="2200" b="1">
                  <a:solidFill>
                    <a:srgbClr val="272525"/>
                  </a:solidFill>
                  <a:latin typeface="Gill Sans MT" panose="020B0502020104020203" pitchFamily="34" charset="77"/>
                  <a:ea typeface="Inter Bold" pitchFamily="34" charset="-122"/>
                  <a:cs typeface="Inter Bold" pitchFamily="34" charset="-120"/>
                </a:rPr>
                <a:t>1</a:t>
              </a:r>
              <a:endParaRPr lang="en-US" sz="2200">
                <a:latin typeface="Gill Sans MT" panose="020B0502020104020203" pitchFamily="34" charset="77"/>
              </a:endParaRPr>
            </a:p>
          </p:txBody>
        </p:sp>
        <p:pic>
          <p:nvPicPr>
            <p:cNvPr id="9" name="Image 1" descr="preencoded.png"/>
            <p:cNvPicPr>
              <a:picLocks noChangeAspect="1"/>
            </p:cNvPicPr>
            <p:nvPr/>
          </p:nvPicPr>
          <p:blipFill>
            <a:blip r:embed="rId4"/>
            <a:stretch>
              <a:fillRect/>
            </a:stretch>
          </p:blipFill>
          <p:spPr>
            <a:xfrm>
              <a:off x="1861304" y="3296603"/>
              <a:ext cx="4336733" cy="1132880"/>
            </a:xfrm>
            <a:prstGeom prst="rect">
              <a:avLst/>
            </a:prstGeom>
          </p:spPr>
        </p:pic>
        <p:sp>
          <p:nvSpPr>
            <p:cNvPr id="10" name="Text 6"/>
            <p:cNvSpPr/>
            <p:nvPr/>
          </p:nvSpPr>
          <p:spPr>
            <a:xfrm>
              <a:off x="3887510" y="3685461"/>
              <a:ext cx="284083" cy="355044"/>
            </a:xfrm>
            <a:prstGeom prst="rect">
              <a:avLst/>
            </a:prstGeom>
            <a:noFill/>
            <a:ln/>
          </p:spPr>
          <p:txBody>
            <a:bodyPr wrap="none" lIns="0" tIns="0" rIns="0" bIns="0" rtlCol="0" anchor="ctr"/>
            <a:lstStyle/>
            <a:p>
              <a:pPr marL="0" indent="0" algn="ctr">
                <a:lnSpc>
                  <a:spcPts val="3350"/>
                </a:lnSpc>
                <a:buNone/>
              </a:pPr>
              <a:r>
                <a:rPr lang="en-US" sz="2200" b="1">
                  <a:solidFill>
                    <a:srgbClr val="272525"/>
                  </a:solidFill>
                  <a:latin typeface="Gill Sans MT" panose="020B0502020104020203" pitchFamily="34" charset="77"/>
                  <a:ea typeface="Inter Bold" pitchFamily="34" charset="-122"/>
                  <a:cs typeface="Inter Bold" pitchFamily="34" charset="-120"/>
                </a:rPr>
                <a:t>2</a:t>
              </a:r>
              <a:endParaRPr lang="en-US" sz="2200">
                <a:latin typeface="Gill Sans MT" panose="020B0502020104020203" pitchFamily="34" charset="77"/>
              </a:endParaRPr>
            </a:p>
          </p:txBody>
        </p:sp>
        <p:pic>
          <p:nvPicPr>
            <p:cNvPr id="14" name="Image 2" descr="preencoded.png"/>
            <p:cNvPicPr>
              <a:picLocks noChangeAspect="1"/>
            </p:cNvPicPr>
            <p:nvPr/>
          </p:nvPicPr>
          <p:blipFill>
            <a:blip r:embed="rId5"/>
            <a:stretch>
              <a:fillRect/>
            </a:stretch>
          </p:blipFill>
          <p:spPr>
            <a:xfrm>
              <a:off x="777002" y="4479965"/>
              <a:ext cx="6505218" cy="1132880"/>
            </a:xfrm>
            <a:prstGeom prst="rect">
              <a:avLst/>
            </a:prstGeom>
          </p:spPr>
        </p:pic>
        <p:sp>
          <p:nvSpPr>
            <p:cNvPr id="15" name="Text 10"/>
            <p:cNvSpPr/>
            <p:nvPr/>
          </p:nvSpPr>
          <p:spPr>
            <a:xfrm>
              <a:off x="3887510" y="4868823"/>
              <a:ext cx="284083" cy="355044"/>
            </a:xfrm>
            <a:prstGeom prst="rect">
              <a:avLst/>
            </a:prstGeom>
            <a:noFill/>
            <a:ln/>
          </p:spPr>
          <p:txBody>
            <a:bodyPr wrap="none" lIns="0" tIns="0" rIns="0" bIns="0" rtlCol="0" anchor="ctr"/>
            <a:lstStyle/>
            <a:p>
              <a:pPr marL="0" indent="0" algn="ctr">
                <a:lnSpc>
                  <a:spcPts val="3350"/>
                </a:lnSpc>
                <a:buNone/>
              </a:pPr>
              <a:r>
                <a:rPr lang="en-US" sz="2200" b="1">
                  <a:solidFill>
                    <a:srgbClr val="272525"/>
                  </a:solidFill>
                  <a:latin typeface="Gill Sans MT" panose="020B0502020104020203" pitchFamily="34" charset="77"/>
                  <a:ea typeface="Inter Bold" pitchFamily="34" charset="-122"/>
                  <a:cs typeface="Inter Bold" pitchFamily="34" charset="-120"/>
                </a:rPr>
                <a:t>3</a:t>
              </a:r>
              <a:endParaRPr lang="en-US" sz="2200">
                <a:latin typeface="Gill Sans MT" panose="020B0502020104020203" pitchFamily="34" charset="77"/>
              </a:endParaRPr>
            </a:p>
          </p:txBody>
        </p:sp>
      </p:grpSp>
      <p:sp>
        <p:nvSpPr>
          <p:cNvPr id="16" name="Text 11"/>
          <p:cNvSpPr/>
          <p:nvPr/>
        </p:nvSpPr>
        <p:spPr>
          <a:xfrm>
            <a:off x="7484150" y="4658345"/>
            <a:ext cx="2703909" cy="315635"/>
          </a:xfrm>
          <a:prstGeom prst="rect">
            <a:avLst/>
          </a:prstGeom>
          <a:noFill/>
          <a:ln/>
        </p:spPr>
        <p:txBody>
          <a:bodyPr wrap="none" lIns="0" tIns="0" rIns="0" bIns="0" rtlCol="0" anchor="t"/>
          <a:lstStyle/>
          <a:p>
            <a:pPr marL="0" indent="0" algn="l">
              <a:lnSpc>
                <a:spcPts val="2450"/>
              </a:lnSpc>
              <a:buNone/>
            </a:pPr>
            <a:r>
              <a:rPr lang="en-US" sz="1950" b="1">
                <a:solidFill>
                  <a:srgbClr val="272525"/>
                </a:solidFill>
                <a:latin typeface="Gill Sans MT" panose="020B0502020104020203" pitchFamily="34" charset="77"/>
                <a:ea typeface="Inter Bold" pitchFamily="34" charset="-122"/>
                <a:cs typeface="Inter Bold" pitchFamily="34" charset="-120"/>
              </a:rPr>
              <a:t>Foundation Capability</a:t>
            </a:r>
            <a:endParaRPr lang="en-US" sz="1950">
              <a:latin typeface="Gill Sans MT" panose="020B0502020104020203" pitchFamily="34" charset="77"/>
            </a:endParaRPr>
          </a:p>
        </p:txBody>
      </p:sp>
      <p:sp>
        <p:nvSpPr>
          <p:cNvPr id="17" name="Text 12"/>
          <p:cNvSpPr/>
          <p:nvPr/>
        </p:nvSpPr>
        <p:spPr>
          <a:xfrm>
            <a:off x="7484150" y="5003472"/>
            <a:ext cx="2703909" cy="305514"/>
          </a:xfrm>
          <a:prstGeom prst="rect">
            <a:avLst/>
          </a:prstGeom>
          <a:noFill/>
          <a:ln/>
        </p:spPr>
        <p:txBody>
          <a:bodyPr wrap="none" lIns="0" tIns="0" rIns="0" bIns="0" rtlCol="0" anchor="t"/>
          <a:lstStyle/>
          <a:p>
            <a:pPr marL="0" indent="0" algn="l">
              <a:lnSpc>
                <a:spcPts val="2400"/>
              </a:lnSpc>
              <a:buNone/>
            </a:pPr>
            <a:r>
              <a:rPr lang="en-US">
                <a:solidFill>
                  <a:srgbClr val="272525"/>
                </a:solidFill>
                <a:latin typeface="Gill Sans MT" panose="020B0502020104020203" pitchFamily="34" charset="77"/>
                <a:ea typeface="Inter" pitchFamily="34" charset="-122"/>
                <a:cs typeface="Inter" pitchFamily="34" charset="-120"/>
              </a:rPr>
              <a:t>Job-ready, applied skills</a:t>
            </a:r>
            <a:endParaRPr lang="en-US">
              <a:latin typeface="Gill Sans MT" panose="020B0502020104020203" pitchFamily="34" charset="77"/>
            </a:endParaRPr>
          </a:p>
        </p:txBody>
      </p:sp>
      <p:grpSp>
        <p:nvGrpSpPr>
          <p:cNvPr id="25" name="Group 24">
            <a:extLst>
              <a:ext uri="{FF2B5EF4-FFF2-40B4-BE49-F238E27FC236}">
                <a16:creationId xmlns:a16="http://schemas.microsoft.com/office/drawing/2014/main" id="{826EB0B7-059B-4939-53F0-4D501A0C4339}"/>
              </a:ext>
            </a:extLst>
          </p:cNvPr>
          <p:cNvGrpSpPr/>
          <p:nvPr/>
        </p:nvGrpSpPr>
        <p:grpSpPr>
          <a:xfrm>
            <a:off x="744260" y="5596308"/>
            <a:ext cx="13141881" cy="1724264"/>
            <a:chOff x="744260" y="5815251"/>
            <a:chExt cx="13141881" cy="1724264"/>
          </a:xfrm>
        </p:grpSpPr>
        <p:sp>
          <p:nvSpPr>
            <p:cNvPr id="18" name="Shape 13"/>
            <p:cNvSpPr/>
            <p:nvPr/>
          </p:nvSpPr>
          <p:spPr>
            <a:xfrm>
              <a:off x="744260" y="5815251"/>
              <a:ext cx="13141881" cy="798790"/>
            </a:xfrm>
            <a:prstGeom prst="roundRect">
              <a:avLst>
                <a:gd name="adj" fmla="val 10622"/>
              </a:avLst>
            </a:prstGeom>
            <a:solidFill>
              <a:srgbClr val="C7C9EA"/>
            </a:solidFill>
            <a:ln/>
          </p:spPr>
          <p:txBody>
            <a:bodyPr/>
            <a:lstStyle/>
            <a:p>
              <a:endParaRPr lang="en-US">
                <a:latin typeface="Gill Sans MT" panose="020B0502020104020203" pitchFamily="34" charset="77"/>
              </a:endParaRPr>
            </a:p>
          </p:txBody>
        </p:sp>
        <p:pic>
          <p:nvPicPr>
            <p:cNvPr id="19" name="Image 3" descr="preencoded.png"/>
            <p:cNvPicPr>
              <a:picLocks noChangeAspect="1"/>
            </p:cNvPicPr>
            <p:nvPr/>
          </p:nvPicPr>
          <p:blipFill>
            <a:blip r:embed="rId6"/>
            <a:stretch>
              <a:fillRect/>
            </a:stretch>
          </p:blipFill>
          <p:spPr>
            <a:xfrm>
              <a:off x="946190" y="6119574"/>
              <a:ext cx="252413" cy="201930"/>
            </a:xfrm>
            <a:prstGeom prst="rect">
              <a:avLst/>
            </a:prstGeom>
          </p:spPr>
        </p:pic>
        <p:sp>
          <p:nvSpPr>
            <p:cNvPr id="20" name="Text 14"/>
            <p:cNvSpPr/>
            <p:nvPr/>
          </p:nvSpPr>
          <p:spPr>
            <a:xfrm>
              <a:off x="1400532" y="6045637"/>
              <a:ext cx="12283678" cy="305514"/>
            </a:xfrm>
            <a:prstGeom prst="rect">
              <a:avLst/>
            </a:prstGeom>
            <a:noFill/>
            <a:ln/>
          </p:spPr>
          <p:txBody>
            <a:bodyPr wrap="none" lIns="0" tIns="0" rIns="0" bIns="0" rtlCol="0" anchor="t"/>
            <a:lstStyle/>
            <a:p>
              <a:pPr marL="0" indent="0" algn="l">
                <a:lnSpc>
                  <a:spcPts val="2400"/>
                </a:lnSpc>
                <a:buNone/>
              </a:pPr>
              <a:r>
                <a:rPr lang="en-US">
                  <a:solidFill>
                    <a:srgbClr val="000000"/>
                  </a:solidFill>
                  <a:latin typeface="Gill Sans MT" panose="020B0502020104020203" pitchFamily="34" charset="77"/>
                  <a:ea typeface="Inter" pitchFamily="34" charset="-122"/>
                  <a:cs typeface="Inter" pitchFamily="34" charset="-120"/>
                </a:rPr>
                <a:t>AI, data, cloud, and domain capability are embedded continuously across all levels</a:t>
              </a:r>
              <a:endParaRPr lang="en-US">
                <a:latin typeface="Gill Sans MT" panose="020B0502020104020203" pitchFamily="34" charset="77"/>
              </a:endParaRPr>
            </a:p>
          </p:txBody>
        </p:sp>
        <p:sp>
          <p:nvSpPr>
            <p:cNvPr id="21" name="Shape 15"/>
            <p:cNvSpPr/>
            <p:nvPr/>
          </p:nvSpPr>
          <p:spPr>
            <a:xfrm>
              <a:off x="744260" y="6740725"/>
              <a:ext cx="13141881" cy="798790"/>
            </a:xfrm>
            <a:prstGeom prst="roundRect">
              <a:avLst>
                <a:gd name="adj" fmla="val 10622"/>
              </a:avLst>
            </a:prstGeom>
            <a:solidFill>
              <a:srgbClr val="C7C9EA"/>
            </a:solidFill>
            <a:ln/>
          </p:spPr>
          <p:txBody>
            <a:bodyPr/>
            <a:lstStyle/>
            <a:p>
              <a:endParaRPr lang="en-US">
                <a:latin typeface="Gill Sans MT" panose="020B0502020104020203" pitchFamily="34" charset="77"/>
              </a:endParaRPr>
            </a:p>
          </p:txBody>
        </p:sp>
        <p:pic>
          <p:nvPicPr>
            <p:cNvPr id="22" name="Image 4" descr="preencoded.png"/>
            <p:cNvPicPr>
              <a:picLocks noChangeAspect="1"/>
            </p:cNvPicPr>
            <p:nvPr/>
          </p:nvPicPr>
          <p:blipFill>
            <a:blip r:embed="rId6"/>
            <a:stretch>
              <a:fillRect/>
            </a:stretch>
          </p:blipFill>
          <p:spPr>
            <a:xfrm>
              <a:off x="966398" y="7052012"/>
              <a:ext cx="252413" cy="201930"/>
            </a:xfrm>
            <a:prstGeom prst="rect">
              <a:avLst/>
            </a:prstGeom>
          </p:spPr>
        </p:pic>
        <p:sp>
          <p:nvSpPr>
            <p:cNvPr id="23" name="Text 16"/>
            <p:cNvSpPr/>
            <p:nvPr/>
          </p:nvSpPr>
          <p:spPr>
            <a:xfrm>
              <a:off x="1400532" y="6984840"/>
              <a:ext cx="12283678" cy="305514"/>
            </a:xfrm>
            <a:prstGeom prst="rect">
              <a:avLst/>
            </a:prstGeom>
            <a:noFill/>
            <a:ln/>
          </p:spPr>
          <p:txBody>
            <a:bodyPr wrap="none" lIns="0" tIns="0" rIns="0" bIns="0" rtlCol="0" anchor="t"/>
            <a:lstStyle/>
            <a:p>
              <a:pPr marL="0" indent="0" algn="l">
                <a:lnSpc>
                  <a:spcPts val="2400"/>
                </a:lnSpc>
                <a:buNone/>
              </a:pPr>
              <a:r>
                <a:rPr lang="en-US">
                  <a:solidFill>
                    <a:srgbClr val="000000"/>
                  </a:solidFill>
                  <a:latin typeface="Gill Sans MT" panose="020B0502020104020203" pitchFamily="34" charset="77"/>
                  <a:ea typeface="Inter" pitchFamily="34" charset="-122"/>
                  <a:cs typeface="Inter" pitchFamily="34" charset="-120"/>
                </a:rPr>
                <a:t>Different depth. One integrated system</a:t>
              </a:r>
              <a:endParaRPr lang="en-US">
                <a:latin typeface="Gill Sans MT" panose="020B0502020104020203" pitchFamily="34" charset="77"/>
              </a:endParaRPr>
            </a:p>
          </p:txBody>
        </p:sp>
      </p:grpSp>
      <p:sp>
        <p:nvSpPr>
          <p:cNvPr id="26" name="TextBox 25">
            <a:extLst>
              <a:ext uri="{FF2B5EF4-FFF2-40B4-BE49-F238E27FC236}">
                <a16:creationId xmlns:a16="http://schemas.microsoft.com/office/drawing/2014/main" id="{3BC58CA6-744E-67A6-DD7F-C56F8537A1FE}"/>
              </a:ext>
            </a:extLst>
          </p:cNvPr>
          <p:cNvSpPr txBox="1"/>
          <p:nvPr/>
        </p:nvSpPr>
        <p:spPr>
          <a:xfrm>
            <a:off x="96078" y="7398603"/>
            <a:ext cx="13222357" cy="646331"/>
          </a:xfrm>
          <a:prstGeom prst="rect">
            <a:avLst/>
          </a:prstGeom>
          <a:noFill/>
        </p:spPr>
        <p:txBody>
          <a:bodyPr wrap="square">
            <a:spAutoFit/>
          </a:bodyPr>
          <a:lstStyle/>
          <a:p>
            <a:pPr algn="ctr"/>
            <a:r>
              <a:rPr lang="en-IN" sz="1200" b="1" dirty="0">
                <a:solidFill>
                  <a:schemeClr val="bg1"/>
                </a:solidFill>
                <a:latin typeface="Tw Cen MT" panose="020B0602020104020603" pitchFamily="34" charset="77"/>
              </a:rPr>
              <a:t>Confidential </a:t>
            </a:r>
            <a:r>
              <a:rPr lang="en-IN" sz="1200" b="1" dirty="0" err="1">
                <a:solidFill>
                  <a:schemeClr val="bg1"/>
                </a:solidFill>
                <a:latin typeface="Tw Cen MT" panose="020B0602020104020603" pitchFamily="34" charset="77"/>
              </a:rPr>
              <a:t>StackRoute</a:t>
            </a:r>
            <a:r>
              <a:rPr lang="en-IN" sz="1200" b="1" dirty="0">
                <a:solidFill>
                  <a:schemeClr val="bg1"/>
                </a:solidFill>
                <a:latin typeface="Tw Cen MT" panose="020B0602020104020603" pitchFamily="34" charset="77"/>
              </a:rPr>
              <a:t> &amp; RPS® An NIIT Venture</a:t>
            </a:r>
            <a:br>
              <a:rPr lang="en-IN" sz="1200" dirty="0">
                <a:solidFill>
                  <a:schemeClr val="bg1"/>
                </a:solidFill>
                <a:latin typeface="Tw Cen MT" panose="020B0602020104020603" pitchFamily="34" charset="77"/>
              </a:rPr>
            </a:br>
            <a:r>
              <a:rPr lang="en-IN" sz="1200" dirty="0">
                <a:solidFill>
                  <a:schemeClr val="bg1"/>
                </a:solidFill>
                <a:latin typeface="Tw Cen MT" panose="020B0602020104020603" pitchFamily="34" charset="77"/>
              </a:rPr>
              <a:t>All Information within this document is Intellectual property of NIIT Ltd. No part of this document  or the program design or program structure mentioned within can be shared or used within any organization without the permission of NIIT Ltd.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TotalTime>
  <Words>184</Words>
  <Application>Microsoft Macintosh PowerPoint</Application>
  <PresentationFormat>Custom</PresentationFormat>
  <Paragraphs>27</Paragraphs>
  <Slides>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Tw Cen MT</vt:lpstr>
      <vt:lpstr>Gill Sans MT</vt:lpstr>
      <vt:lpstr>Arial</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Anthony Debasish Gomes</cp:lastModifiedBy>
  <cp:revision>1</cp:revision>
  <dcterms:created xsi:type="dcterms:W3CDTF">2026-05-04T10:43:53Z</dcterms:created>
  <dcterms:modified xsi:type="dcterms:W3CDTF">2026-06-19T15:43:55Z</dcterms:modified>
</cp:coreProperties>
</file>